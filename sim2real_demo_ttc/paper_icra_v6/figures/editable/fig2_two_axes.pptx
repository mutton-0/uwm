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2765425" cy="26765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38240" y="-339840"/>
            <a:ext cx="24883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38240" y="541800"/>
            <a:ext cx="2488320" cy="134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2765880" cy="2676960"/>
          </a:xfrm>
          <a:custGeom>
            <a:avLst/>
            <a:gdLst/>
            <a:ahLst/>
            <a:rect l="0" t="0" r="r" b="b"/>
            <a:pathLst>
              <a:path w="7683" h="7436">
                <a:moveTo>
                  <a:pt x="0" y="7436"/>
                </a:moveTo>
                <a:lnTo>
                  <a:pt x="7683" y="7436"/>
                </a:lnTo>
                <a:lnTo>
                  <a:pt x="7683" y="0"/>
                </a:lnTo>
                <a:lnTo>
                  <a:pt x="0" y="0"/>
                </a:lnTo>
                <a:lnTo>
                  <a:pt x="0" y="743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306720" y="99360"/>
            <a:ext cx="986400" cy="718920"/>
          </a:xfrm>
          <a:custGeom>
            <a:avLst/>
            <a:gdLst/>
            <a:ahLst/>
            <a:rect l="0" t="0" r="r" b="b"/>
            <a:pathLst>
              <a:path w="2740" h="1997">
                <a:moveTo>
                  <a:pt x="0" y="1997"/>
                </a:moveTo>
                <a:lnTo>
                  <a:pt x="2740" y="1997"/>
                </a:lnTo>
                <a:lnTo>
                  <a:pt x="2740" y="0"/>
                </a:lnTo>
                <a:lnTo>
                  <a:pt x="0" y="0"/>
                </a:lnTo>
                <a:lnTo>
                  <a:pt x="0" y="199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>
            <a:off x="731880" y="99360"/>
            <a:ext cx="170280" cy="718920"/>
          </a:xfrm>
          <a:custGeom>
            <a:avLst/>
            <a:gdLst/>
            <a:ahLst/>
            <a:rect l="0" t="0" r="r" b="b"/>
            <a:pathLst>
              <a:path w="473" h="1997">
                <a:moveTo>
                  <a:pt x="0" y="1997"/>
                </a:moveTo>
                <a:lnTo>
                  <a:pt x="473" y="1997"/>
                </a:lnTo>
                <a:lnTo>
                  <a:pt x="473" y="0"/>
                </a:lnTo>
                <a:lnTo>
                  <a:pt x="0" y="0"/>
                </a:lnTo>
                <a:lnTo>
                  <a:pt x="0" y="1997"/>
                </a:lnTo>
                <a:close/>
              </a:path>
            </a:pathLst>
          </a:custGeom>
          <a:solidFill>
            <a:srgbClr val="eef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561960" y="817920"/>
            <a:ext cx="0" cy="20160"/>
          </a:xfrm>
          <a:custGeom>
            <a:avLst/>
            <a:gdLst/>
            <a:ahLst/>
            <a:rect l="0" t="0" r="r" b="b"/>
            <a:pathLst>
              <a:path w="0" h="56">
                <a:moveTo>
                  <a:pt x="0" y="0"/>
                </a:move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561960" y="817920"/>
            <a:ext cx="0" cy="201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528120" y="882720"/>
            <a:ext cx="34200" cy="4680"/>
          </a:xfrm>
          <a:custGeom>
            <a:avLst/>
            <a:gdLst/>
            <a:ahLst/>
            <a:rect l="0" t="0" r="r" b="b"/>
            <a:pathLst>
              <a:path w="95" h="13">
                <a:moveTo>
                  <a:pt x="95" y="13"/>
                </a:moveTo>
                <a:lnTo>
                  <a:pt x="95" y="0"/>
                </a:lnTo>
                <a:lnTo>
                  <a:pt x="0" y="0"/>
                </a:lnTo>
                <a:lnTo>
                  <a:pt x="0" y="13"/>
                </a:lnTo>
                <a:lnTo>
                  <a:pt x="95" y="13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816840" y="817920"/>
            <a:ext cx="0" cy="20160"/>
          </a:xfrm>
          <a:custGeom>
            <a:avLst/>
            <a:gdLst/>
            <a:ahLst/>
            <a:rect l="0" t="0" r="r" b="b"/>
            <a:pathLst>
              <a:path w="0" h="56">
                <a:moveTo>
                  <a:pt x="0" y="0"/>
                </a:move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816840" y="817920"/>
            <a:ext cx="0" cy="201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64120" y="85644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3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1071720" y="817920"/>
            <a:ext cx="0" cy="20160"/>
          </a:xfrm>
          <a:custGeom>
            <a:avLst/>
            <a:gdLst/>
            <a:ahLst/>
            <a:rect l="0" t="0" r="r" b="b"/>
            <a:pathLst>
              <a:path w="0" h="56">
                <a:moveTo>
                  <a:pt x="0" y="0"/>
                </a:move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071720" y="817920"/>
            <a:ext cx="0" cy="201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800280" y="85644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055160" y="85644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3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86560" y="734760"/>
            <a:ext cx="20160" cy="0"/>
          </a:xfrm>
          <a:custGeom>
            <a:avLst/>
            <a:gdLst/>
            <a:ahLst/>
            <a:rect l="0" t="0" r="r" b="b"/>
            <a:pathLst>
              <a:path w="56" h="0">
                <a:moveTo>
                  <a:pt x="56" y="0"/>
                </a:moveTo>
                <a:lnTo>
                  <a:pt x="0" y="0"/>
                </a:lnTo>
                <a:lnTo>
                  <a:pt x="56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 flipH="1">
            <a:off x="286560" y="734760"/>
            <a:ext cx="2016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49080" y="927360"/>
            <a:ext cx="30096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000000"/>
                </a:solidFill>
                <a:latin typeface="NimbusRoman"/>
                <a:ea typeface="NimbusRoman"/>
              </a:rPr>
              <a:t>lateral (m)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86560" y="458640"/>
            <a:ext cx="20160" cy="0"/>
          </a:xfrm>
          <a:custGeom>
            <a:avLst/>
            <a:gdLst/>
            <a:ahLst/>
            <a:rect l="0" t="0" r="r" b="b"/>
            <a:pathLst>
              <a:path w="56" h="0">
                <a:moveTo>
                  <a:pt x="56" y="0"/>
                </a:moveTo>
                <a:lnTo>
                  <a:pt x="0" y="0"/>
                </a:lnTo>
                <a:lnTo>
                  <a:pt x="56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 flipH="1">
            <a:off x="286560" y="458640"/>
            <a:ext cx="2016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40480" y="71496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6560" y="182160"/>
            <a:ext cx="20160" cy="0"/>
          </a:xfrm>
          <a:custGeom>
            <a:avLst/>
            <a:gdLst/>
            <a:ahLst/>
            <a:rect l="0" t="0" r="r" b="b"/>
            <a:pathLst>
              <a:path w="56" h="0">
                <a:moveTo>
                  <a:pt x="56" y="0"/>
                </a:moveTo>
                <a:lnTo>
                  <a:pt x="0" y="0"/>
                </a:lnTo>
                <a:lnTo>
                  <a:pt x="56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286560" y="182160"/>
            <a:ext cx="2016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40480" y="43848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5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07360" y="162360"/>
            <a:ext cx="6768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816840" y="7347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cap="sq" w="5400">
            <a:solidFill>
              <a:srgbClr val="8c9bab"/>
            </a:solidFill>
            <a:round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 flipH="1" flipV="1">
            <a:off x="814320" y="720000"/>
            <a:ext cx="2160" cy="180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-720" bIns="-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 flipH="1" flipV="1">
            <a:off x="813600" y="706680"/>
            <a:ext cx="2520" cy="360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 flipH="1" flipV="1">
            <a:off x="815400" y="697680"/>
            <a:ext cx="720" cy="324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720" bIns="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 flipH="1">
            <a:off x="813960" y="689760"/>
            <a:ext cx="1800" cy="288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360" bIns="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810720" y="677520"/>
            <a:ext cx="4320" cy="1152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816840" y="665280"/>
            <a:ext cx="3240" cy="1764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 flipH="1">
            <a:off x="820080" y="654480"/>
            <a:ext cx="2160" cy="2484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817920" y="645840"/>
            <a:ext cx="1080" cy="3492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816840" y="7347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cap="sq" w="5400">
            <a:solidFill>
              <a:srgbClr val="5b9bd5"/>
            </a:solidFill>
            <a:round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 flipH="1" flipV="1">
            <a:off x="815760" y="718920"/>
            <a:ext cx="720" cy="288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360" bIns="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 flipH="1" flipV="1">
            <a:off x="815040" y="701280"/>
            <a:ext cx="1440" cy="864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 flipV="1">
            <a:off x="815760" y="680040"/>
            <a:ext cx="0" cy="2052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 flipV="1">
            <a:off x="815400" y="653040"/>
            <a:ext cx="0" cy="3672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 flipH="1" flipV="1">
            <a:off x="814320" y="623160"/>
            <a:ext cx="360" cy="5436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 flipH="1" flipV="1">
            <a:off x="813600" y="577080"/>
            <a:ext cx="6480" cy="8856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 flipH="1" flipV="1">
            <a:off x="809640" y="532440"/>
            <a:ext cx="12600" cy="12240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 flipH="1" flipV="1">
            <a:off x="798480" y="489960"/>
            <a:ext cx="20520" cy="15624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 flipV="1">
            <a:off x="306720" y="99360"/>
            <a:ext cx="0" cy="71856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306720" y="817920"/>
            <a:ext cx="986040" cy="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810720" y="678240"/>
            <a:ext cx="10440" cy="56880"/>
          </a:xfrm>
          <a:custGeom>
            <a:avLst/>
            <a:gdLst/>
            <a:ahLst/>
            <a:rect l="0" t="0" r="r" b="b"/>
            <a:pathLst>
              <a:path fill="none" w="29" h="158">
                <a:moveTo>
                  <a:pt x="18" y="158"/>
                </a:moveTo>
                <a:lnTo>
                  <a:pt x="16" y="144"/>
                </a:lnTo>
                <a:lnTo>
                  <a:pt x="13" y="130"/>
                </a:lnTo>
                <a:lnTo>
                  <a:pt x="11" y="117"/>
                </a:lnTo>
                <a:lnTo>
                  <a:pt x="9" y="103"/>
                </a:lnTo>
                <a:lnTo>
                  <a:pt x="7" y="89"/>
                </a:lnTo>
                <a:lnTo>
                  <a:pt x="9" y="80"/>
                </a:lnTo>
                <a:lnTo>
                  <a:pt x="11" y="71"/>
                </a:lnTo>
                <a:lnTo>
                  <a:pt x="12" y="63"/>
                </a:lnTo>
                <a:lnTo>
                  <a:pt x="14" y="54"/>
                </a:lnTo>
                <a:lnTo>
                  <a:pt x="16" y="46"/>
                </a:lnTo>
                <a:lnTo>
                  <a:pt x="13" y="43"/>
                </a:lnTo>
                <a:lnTo>
                  <a:pt x="10" y="39"/>
                </a:lnTo>
                <a:lnTo>
                  <a:pt x="7" y="36"/>
                </a:lnTo>
                <a:lnTo>
                  <a:pt x="4" y="33"/>
                </a:lnTo>
                <a:lnTo>
                  <a:pt x="0" y="29"/>
                </a:lnTo>
                <a:lnTo>
                  <a:pt x="7" y="23"/>
                </a:lnTo>
                <a:lnTo>
                  <a:pt x="12" y="18"/>
                </a:lnTo>
                <a:lnTo>
                  <a:pt x="18" y="12"/>
                </a:lnTo>
                <a:lnTo>
                  <a:pt x="23" y="6"/>
                </a:lnTo>
                <a:lnTo>
                  <a:pt x="29" y="0"/>
                </a:lnTo>
                <a:lnTo>
                  <a:pt x="27" y="2"/>
                </a:lnTo>
                <a:lnTo>
                  <a:pt x="25" y="3"/>
                </a:lnTo>
                <a:lnTo>
                  <a:pt x="23" y="5"/>
                </a:lnTo>
                <a:lnTo>
                  <a:pt x="21" y="6"/>
                </a:lnTo>
                <a:lnTo>
                  <a:pt x="19" y="8"/>
                </a:lnTo>
              </a:path>
            </a:pathLst>
          </a:custGeom>
          <a:ln w="11160">
            <a:solidFill>
              <a:srgbClr val="8c9bab"/>
            </a:solidFill>
            <a:custDash>
              <a:ds d="264516" sp="161290"/>
            </a:custDash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94520" y="475920"/>
            <a:ext cx="22680" cy="259200"/>
          </a:xfrm>
          <a:custGeom>
            <a:avLst/>
            <a:gdLst/>
            <a:ahLst/>
            <a:rect l="0" t="0" r="r" b="b"/>
            <a:pathLst>
              <a:path fill="none" w="63" h="720">
                <a:moveTo>
                  <a:pt x="63" y="720"/>
                </a:moveTo>
                <a:lnTo>
                  <a:pt x="62" y="706"/>
                </a:lnTo>
                <a:lnTo>
                  <a:pt x="61" y="691"/>
                </a:lnTo>
                <a:lnTo>
                  <a:pt x="60" y="676"/>
                </a:lnTo>
                <a:lnTo>
                  <a:pt x="58" y="661"/>
                </a:lnTo>
                <a:lnTo>
                  <a:pt x="57" y="646"/>
                </a:lnTo>
                <a:lnTo>
                  <a:pt x="58" y="627"/>
                </a:lnTo>
                <a:lnTo>
                  <a:pt x="59" y="607"/>
                </a:lnTo>
                <a:lnTo>
                  <a:pt x="60" y="587"/>
                </a:lnTo>
                <a:lnTo>
                  <a:pt x="60" y="568"/>
                </a:lnTo>
                <a:lnTo>
                  <a:pt x="61" y="548"/>
                </a:lnTo>
                <a:lnTo>
                  <a:pt x="60" y="521"/>
                </a:lnTo>
                <a:lnTo>
                  <a:pt x="59" y="493"/>
                </a:lnTo>
                <a:lnTo>
                  <a:pt x="58" y="464"/>
                </a:lnTo>
                <a:lnTo>
                  <a:pt x="57" y="437"/>
                </a:lnTo>
                <a:lnTo>
                  <a:pt x="56" y="409"/>
                </a:lnTo>
                <a:lnTo>
                  <a:pt x="56" y="366"/>
                </a:lnTo>
                <a:lnTo>
                  <a:pt x="55" y="324"/>
                </a:lnTo>
                <a:lnTo>
                  <a:pt x="54" y="281"/>
                </a:lnTo>
                <a:lnTo>
                  <a:pt x="54" y="238"/>
                </a:lnTo>
                <a:lnTo>
                  <a:pt x="53" y="196"/>
                </a:lnTo>
                <a:lnTo>
                  <a:pt x="43" y="157"/>
                </a:lnTo>
                <a:lnTo>
                  <a:pt x="32" y="117"/>
                </a:lnTo>
                <a:lnTo>
                  <a:pt x="22" y="78"/>
                </a:lnTo>
                <a:lnTo>
                  <a:pt x="11" y="39"/>
                </a:lnTo>
                <a:lnTo>
                  <a:pt x="0" y="0"/>
                </a:lnTo>
              </a:path>
            </a:pathLst>
          </a:custGeom>
          <a:ln w="11160">
            <a:solidFill>
              <a:srgbClr val="5b9bd5"/>
            </a:solidFill>
            <a:custDash>
              <a:ds d="264516" sp="161290"/>
            </a:custDash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810360" y="344520"/>
            <a:ext cx="186480" cy="121320"/>
          </a:xfrm>
          <a:custGeom>
            <a:avLst/>
            <a:gdLst/>
            <a:ahLst/>
            <a:rect l="0" t="0" r="r" b="b"/>
            <a:pathLst>
              <a:path fill="none" w="518" h="337">
                <a:moveTo>
                  <a:pt x="518" y="0"/>
                </a:moveTo>
                <a:cubicBezTo>
                  <a:pt x="345" y="112"/>
                  <a:pt x="173" y="225"/>
                  <a:pt x="0" y="337"/>
                </a:cubicBezTo>
              </a:path>
            </a:pathLst>
          </a:custGeom>
          <a:ln cap="rnd" w="5040">
            <a:solidFill>
              <a:srgbClr val="5b9bd5"/>
            </a:solidFill>
            <a:round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 rot="16200000">
            <a:off x="27720" y="423360"/>
            <a:ext cx="28872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000000"/>
                </a:solidFill>
                <a:latin typeface="NimbusRoman"/>
                <a:ea typeface="NimbusRoman"/>
              </a:rPr>
              <a:t>ahead (m)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834480" y="652680"/>
            <a:ext cx="172080" cy="97560"/>
          </a:xfrm>
          <a:custGeom>
            <a:avLst/>
            <a:gdLst/>
            <a:ahLst/>
            <a:rect l="0" t="0" r="r" b="b"/>
            <a:pathLst>
              <a:path fill="none" w="478" h="271">
                <a:moveTo>
                  <a:pt x="478" y="271"/>
                </a:moveTo>
                <a:cubicBezTo>
                  <a:pt x="319" y="180"/>
                  <a:pt x="159" y="90"/>
                  <a:pt x="0" y="0"/>
                </a:cubicBezTo>
              </a:path>
            </a:pathLst>
          </a:custGeom>
          <a:ln cap="rnd" w="5040">
            <a:solidFill>
              <a:srgbClr val="1f4e79"/>
            </a:solidFill>
            <a:round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34560" y="260640"/>
            <a:ext cx="3024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5b9bd5"/>
                </a:solidFill>
                <a:latin typeface="NimbusRoman"/>
                <a:ea typeface="NimbusRoman"/>
              </a:rPr>
              <a:t>0.17 m clear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57600" y="783360"/>
            <a:ext cx="3024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1f4e79"/>
                </a:solidFill>
                <a:latin typeface="NimbusRoman"/>
                <a:ea typeface="NimbusRoman"/>
              </a:rPr>
              <a:t>2.83 m clear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26880" y="48240"/>
            <a:ext cx="716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60" spc="-1" strike="noStrike">
                <a:solidFill>
                  <a:srgbClr val="17233b"/>
                </a:solidFill>
                <a:latin typeface="STIXGeneral"/>
                <a:ea typeface="STIXGeneral"/>
              </a:rPr>
              <a:t>F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370440" y="75960"/>
            <a:ext cx="27360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 </a:t>
            </a:r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= 1.03 m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26880" y="127440"/>
            <a:ext cx="716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60" spc="-1" strike="noStrike">
                <a:solidFill>
                  <a:srgbClr val="5e5c56"/>
                </a:solidFill>
                <a:latin typeface="STIXGeneral"/>
                <a:ea typeface="STIXGeneral"/>
              </a:rPr>
              <a:t>I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50640" y="155160"/>
            <a:ext cx="27360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5e5c56"/>
                </a:solidFill>
                <a:latin typeface="NimbusRoman"/>
                <a:ea typeface="NimbusRoman"/>
              </a:rPr>
              <a:t> </a:t>
            </a:r>
            <a:r>
              <a:rPr b="0" lang="en-US" sz="560" spc="-1" strike="noStrike">
                <a:solidFill>
                  <a:srgbClr val="5e5c56"/>
                </a:solidFill>
                <a:latin typeface="NimbusRoman"/>
                <a:ea typeface="NimbusRoman"/>
              </a:rPr>
              <a:t>= 0.21 m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78360" y="213840"/>
            <a:ext cx="7092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60" spc="-1" strike="noStrike">
                <a:solidFill>
                  <a:srgbClr val="2e75b6"/>
                </a:solidFill>
                <a:latin typeface="STIXGeneral"/>
                <a:ea typeface="STIXGeneral"/>
              </a:rPr>
              <a:t>S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330120" y="241920"/>
            <a:ext cx="44640" cy="48240"/>
          </a:xfrm>
          <a:custGeom>
            <a:avLst/>
            <a:gdLst/>
            <a:ahLst/>
            <a:rect l="0" t="0" r="r" b="b"/>
            <a:pathLst>
              <a:path w="124" h="134">
                <a:moveTo>
                  <a:pt x="124" y="134"/>
                </a:moveTo>
                <a:lnTo>
                  <a:pt x="0" y="134"/>
                </a:lnTo>
                <a:lnTo>
                  <a:pt x="60" y="0"/>
                </a:lnTo>
                <a:lnTo>
                  <a:pt x="64" y="0"/>
                </a:lnTo>
                <a:lnTo>
                  <a:pt x="124" y="134"/>
                </a:lnTo>
                <a:moveTo>
                  <a:pt x="95" y="116"/>
                </a:moveTo>
                <a:lnTo>
                  <a:pt x="56" y="28"/>
                </a:lnTo>
                <a:lnTo>
                  <a:pt x="18" y="116"/>
                </a:lnTo>
                <a:lnTo>
                  <a:pt x="95" y="116"/>
                </a:lnTo>
                <a:close/>
              </a:path>
            </a:pathLst>
          </a:custGeom>
          <a:solidFill>
            <a:srgbClr val="2e7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14000" y="241200"/>
            <a:ext cx="27360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2e75b6"/>
                </a:solidFill>
                <a:latin typeface="NimbusRoman"/>
                <a:ea typeface="NimbusRoman"/>
              </a:rPr>
              <a:t> </a:t>
            </a:r>
            <a:r>
              <a:rPr b="0" lang="en-US" sz="560" spc="-1" strike="noStrike">
                <a:solidFill>
                  <a:srgbClr val="2e75b6"/>
                </a:solidFill>
                <a:latin typeface="NimbusRoman"/>
                <a:ea typeface="NimbusRoman"/>
              </a:rPr>
              <a:t>= 0.93 m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806040" y="724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9" y="60"/>
                  <a:pt x="46" y="57"/>
                  <a:pt x="52" y="51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4"/>
                  <a:pt x="52" y="8"/>
                </a:cubicBezTo>
                <a:cubicBezTo>
                  <a:pt x="46" y="3"/>
                  <a:pt x="39" y="0"/>
                  <a:pt x="30" y="0"/>
                </a:cubicBezTo>
                <a:cubicBezTo>
                  <a:pt x="22" y="0"/>
                  <a:pt x="14" y="3"/>
                  <a:pt x="9" y="8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8"/>
                  <a:pt x="3" y="46"/>
                  <a:pt x="9" y="51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802080" y="69912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30" y="60"/>
                </a:moveTo>
                <a:cubicBezTo>
                  <a:pt x="38" y="60"/>
                  <a:pt x="46" y="57"/>
                  <a:pt x="52" y="52"/>
                </a:cubicBezTo>
                <a:cubicBezTo>
                  <a:pt x="57" y="46"/>
                  <a:pt x="61" y="38"/>
                  <a:pt x="61" y="30"/>
                </a:cubicBezTo>
                <a:cubicBezTo>
                  <a:pt x="61" y="22"/>
                  <a:pt x="57" y="14"/>
                  <a:pt x="52" y="9"/>
                </a:cubicBezTo>
                <a:cubicBezTo>
                  <a:pt x="46" y="3"/>
                  <a:pt x="38" y="0"/>
                  <a:pt x="30" y="0"/>
                </a:cubicBezTo>
                <a:cubicBezTo>
                  <a:pt x="22" y="0"/>
                  <a:pt x="15" y="3"/>
                  <a:pt x="9" y="9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8"/>
                  <a:pt x="3" y="46"/>
                  <a:pt x="9" y="52"/>
                </a:cubicBezTo>
                <a:cubicBezTo>
                  <a:pt x="15" y="57"/>
                  <a:pt x="22" y="60"/>
                  <a:pt x="30" y="60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805320" y="68436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30" y="60"/>
                </a:moveTo>
                <a:cubicBezTo>
                  <a:pt x="39" y="60"/>
                  <a:pt x="46" y="57"/>
                  <a:pt x="52" y="51"/>
                </a:cubicBezTo>
                <a:cubicBezTo>
                  <a:pt x="58" y="46"/>
                  <a:pt x="61" y="38"/>
                  <a:pt x="61" y="30"/>
                </a:cubicBezTo>
                <a:cubicBezTo>
                  <a:pt x="61" y="22"/>
                  <a:pt x="58" y="14"/>
                  <a:pt x="52" y="8"/>
                </a:cubicBezTo>
                <a:cubicBezTo>
                  <a:pt x="46" y="3"/>
                  <a:pt x="39" y="0"/>
                  <a:pt x="30" y="0"/>
                </a:cubicBezTo>
                <a:cubicBezTo>
                  <a:pt x="22" y="0"/>
                  <a:pt x="15" y="3"/>
                  <a:pt x="9" y="8"/>
                </a:cubicBezTo>
                <a:cubicBezTo>
                  <a:pt x="4" y="14"/>
                  <a:pt x="0" y="22"/>
                  <a:pt x="0" y="30"/>
                </a:cubicBezTo>
                <a:cubicBezTo>
                  <a:pt x="0" y="38"/>
                  <a:pt x="4" y="46"/>
                  <a:pt x="9" y="51"/>
                </a:cubicBezTo>
                <a:cubicBezTo>
                  <a:pt x="15" y="57"/>
                  <a:pt x="22" y="60"/>
                  <a:pt x="30" y="60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799920" y="67824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30" y="60"/>
                </a:moveTo>
                <a:cubicBezTo>
                  <a:pt x="38" y="60"/>
                  <a:pt x="45" y="57"/>
                  <a:pt x="52" y="51"/>
                </a:cubicBezTo>
                <a:cubicBezTo>
                  <a:pt x="58" y="46"/>
                  <a:pt x="61" y="38"/>
                  <a:pt x="61" y="29"/>
                </a:cubicBezTo>
                <a:cubicBezTo>
                  <a:pt x="61" y="21"/>
                  <a:pt x="58" y="14"/>
                  <a:pt x="52" y="8"/>
                </a:cubicBezTo>
                <a:cubicBezTo>
                  <a:pt x="45" y="3"/>
                  <a:pt x="38" y="0"/>
                  <a:pt x="30" y="0"/>
                </a:cubicBezTo>
                <a:cubicBezTo>
                  <a:pt x="22" y="0"/>
                  <a:pt x="15" y="3"/>
                  <a:pt x="9" y="8"/>
                </a:cubicBezTo>
                <a:cubicBezTo>
                  <a:pt x="4" y="14"/>
                  <a:pt x="0" y="21"/>
                  <a:pt x="0" y="29"/>
                </a:cubicBezTo>
                <a:cubicBezTo>
                  <a:pt x="0" y="38"/>
                  <a:pt x="4" y="46"/>
                  <a:pt x="9" y="51"/>
                </a:cubicBezTo>
                <a:cubicBezTo>
                  <a:pt x="15" y="57"/>
                  <a:pt x="22" y="60"/>
                  <a:pt x="30" y="60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810000" y="6678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1" y="60"/>
                </a:moveTo>
                <a:cubicBezTo>
                  <a:pt x="38" y="60"/>
                  <a:pt x="46" y="57"/>
                  <a:pt x="51" y="51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5"/>
                  <a:pt x="51" y="9"/>
                </a:cubicBezTo>
                <a:cubicBezTo>
                  <a:pt x="46" y="3"/>
                  <a:pt x="38" y="0"/>
                  <a:pt x="31" y="0"/>
                </a:cubicBezTo>
                <a:cubicBezTo>
                  <a:pt x="23" y="0"/>
                  <a:pt x="14" y="3"/>
                  <a:pt x="9" y="9"/>
                </a:cubicBezTo>
                <a:cubicBezTo>
                  <a:pt x="3" y="15"/>
                  <a:pt x="0" y="22"/>
                  <a:pt x="0" y="30"/>
                </a:cubicBezTo>
                <a:cubicBezTo>
                  <a:pt x="0" y="38"/>
                  <a:pt x="3" y="46"/>
                  <a:pt x="9" y="51"/>
                </a:cubicBezTo>
                <a:cubicBezTo>
                  <a:pt x="14" y="57"/>
                  <a:pt x="23" y="60"/>
                  <a:pt x="31" y="60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806400" y="670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9" y="60"/>
                  <a:pt x="46" y="57"/>
                  <a:pt x="52" y="50"/>
                </a:cubicBezTo>
                <a:cubicBezTo>
                  <a:pt x="57" y="45"/>
                  <a:pt x="60" y="37"/>
                  <a:pt x="60" y="30"/>
                </a:cubicBezTo>
                <a:cubicBezTo>
                  <a:pt x="60" y="22"/>
                  <a:pt x="57" y="14"/>
                  <a:pt x="52" y="9"/>
                </a:cubicBezTo>
                <a:cubicBezTo>
                  <a:pt x="46" y="3"/>
                  <a:pt x="39" y="0"/>
                  <a:pt x="30" y="0"/>
                </a:cubicBezTo>
                <a:cubicBezTo>
                  <a:pt x="22" y="0"/>
                  <a:pt x="14" y="3"/>
                  <a:pt x="9" y="9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7"/>
                  <a:pt x="3" y="45"/>
                  <a:pt x="9" y="50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806040" y="724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9" y="60"/>
                  <a:pt x="46" y="57"/>
                  <a:pt x="52" y="51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4"/>
                  <a:pt x="52" y="8"/>
                </a:cubicBezTo>
                <a:cubicBezTo>
                  <a:pt x="46" y="3"/>
                  <a:pt x="39" y="0"/>
                  <a:pt x="30" y="0"/>
                </a:cubicBezTo>
                <a:cubicBezTo>
                  <a:pt x="22" y="0"/>
                  <a:pt x="14" y="3"/>
                  <a:pt x="9" y="8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8"/>
                  <a:pt x="3" y="46"/>
                  <a:pt x="9" y="51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804240" y="6976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29" y="60"/>
                </a:moveTo>
                <a:cubicBezTo>
                  <a:pt x="37" y="60"/>
                  <a:pt x="46" y="57"/>
                  <a:pt x="51" y="51"/>
                </a:cubicBezTo>
                <a:cubicBezTo>
                  <a:pt x="57" y="46"/>
                  <a:pt x="60" y="37"/>
                  <a:pt x="60" y="29"/>
                </a:cubicBezTo>
                <a:cubicBezTo>
                  <a:pt x="60" y="21"/>
                  <a:pt x="57" y="14"/>
                  <a:pt x="51" y="8"/>
                </a:cubicBezTo>
                <a:cubicBezTo>
                  <a:pt x="46" y="3"/>
                  <a:pt x="37" y="0"/>
                  <a:pt x="29" y="0"/>
                </a:cubicBezTo>
                <a:cubicBezTo>
                  <a:pt x="22" y="0"/>
                  <a:pt x="14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7"/>
                  <a:pt x="3" y="46"/>
                  <a:pt x="8" y="51"/>
                </a:cubicBezTo>
                <a:cubicBezTo>
                  <a:pt x="14" y="57"/>
                  <a:pt x="22" y="60"/>
                  <a:pt x="29" y="60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805320" y="66240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30" y="60"/>
                </a:moveTo>
                <a:cubicBezTo>
                  <a:pt x="39" y="60"/>
                  <a:pt x="46" y="57"/>
                  <a:pt x="52" y="51"/>
                </a:cubicBezTo>
                <a:cubicBezTo>
                  <a:pt x="57" y="46"/>
                  <a:pt x="61" y="38"/>
                  <a:pt x="61" y="30"/>
                </a:cubicBezTo>
                <a:cubicBezTo>
                  <a:pt x="61" y="22"/>
                  <a:pt x="57" y="14"/>
                  <a:pt x="52" y="8"/>
                </a:cubicBezTo>
                <a:cubicBezTo>
                  <a:pt x="46" y="3"/>
                  <a:pt x="39" y="0"/>
                  <a:pt x="30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8"/>
                  <a:pt x="3" y="46"/>
                  <a:pt x="9" y="51"/>
                </a:cubicBezTo>
                <a:cubicBezTo>
                  <a:pt x="15" y="57"/>
                  <a:pt x="22" y="60"/>
                  <a:pt x="30" y="60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803880" y="612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29" y="61"/>
                </a:moveTo>
                <a:cubicBezTo>
                  <a:pt x="37" y="61"/>
                  <a:pt x="46" y="57"/>
                  <a:pt x="51" y="52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5"/>
                  <a:pt x="51" y="9"/>
                </a:cubicBezTo>
                <a:cubicBezTo>
                  <a:pt x="46" y="3"/>
                  <a:pt x="37" y="0"/>
                  <a:pt x="29" y="0"/>
                </a:cubicBezTo>
                <a:cubicBezTo>
                  <a:pt x="21" y="0"/>
                  <a:pt x="14" y="3"/>
                  <a:pt x="8" y="9"/>
                </a:cubicBezTo>
                <a:cubicBezTo>
                  <a:pt x="3" y="15"/>
                  <a:pt x="0" y="22"/>
                  <a:pt x="0" y="30"/>
                </a:cubicBezTo>
                <a:cubicBezTo>
                  <a:pt x="0" y="38"/>
                  <a:pt x="3" y="46"/>
                  <a:pt x="8" y="52"/>
                </a:cubicBezTo>
                <a:cubicBezTo>
                  <a:pt x="14" y="57"/>
                  <a:pt x="21" y="61"/>
                  <a:pt x="29" y="61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802800" y="5356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29" y="60"/>
                </a:moveTo>
                <a:cubicBezTo>
                  <a:pt x="37" y="60"/>
                  <a:pt x="46" y="57"/>
                  <a:pt x="51" y="52"/>
                </a:cubicBezTo>
                <a:cubicBezTo>
                  <a:pt x="57" y="46"/>
                  <a:pt x="60" y="39"/>
                  <a:pt x="60" y="31"/>
                </a:cubicBezTo>
                <a:cubicBezTo>
                  <a:pt x="60" y="23"/>
                  <a:pt x="57" y="14"/>
                  <a:pt x="51" y="9"/>
                </a:cubicBezTo>
                <a:cubicBezTo>
                  <a:pt x="46" y="3"/>
                  <a:pt x="37" y="0"/>
                  <a:pt x="29" y="0"/>
                </a:cubicBezTo>
                <a:cubicBezTo>
                  <a:pt x="21" y="0"/>
                  <a:pt x="14" y="3"/>
                  <a:pt x="8" y="9"/>
                </a:cubicBezTo>
                <a:cubicBezTo>
                  <a:pt x="3" y="14"/>
                  <a:pt x="0" y="23"/>
                  <a:pt x="0" y="31"/>
                </a:cubicBezTo>
                <a:cubicBezTo>
                  <a:pt x="0" y="39"/>
                  <a:pt x="3" y="46"/>
                  <a:pt x="8" y="52"/>
                </a:cubicBezTo>
                <a:cubicBezTo>
                  <a:pt x="14" y="57"/>
                  <a:pt x="21" y="60"/>
                  <a:pt x="29" y="60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783720" y="4651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30" y="61"/>
                </a:moveTo>
                <a:cubicBezTo>
                  <a:pt x="39" y="61"/>
                  <a:pt x="46" y="58"/>
                  <a:pt x="52" y="52"/>
                </a:cubicBezTo>
                <a:cubicBezTo>
                  <a:pt x="58" y="46"/>
                  <a:pt x="61" y="39"/>
                  <a:pt x="61" y="30"/>
                </a:cubicBezTo>
                <a:cubicBezTo>
                  <a:pt x="61" y="22"/>
                  <a:pt x="58" y="15"/>
                  <a:pt x="52" y="9"/>
                </a:cubicBezTo>
                <a:cubicBezTo>
                  <a:pt x="46" y="4"/>
                  <a:pt x="39" y="0"/>
                  <a:pt x="30" y="0"/>
                </a:cubicBezTo>
                <a:cubicBezTo>
                  <a:pt x="22" y="0"/>
                  <a:pt x="15" y="4"/>
                  <a:pt x="9" y="9"/>
                </a:cubicBezTo>
                <a:cubicBezTo>
                  <a:pt x="4" y="15"/>
                  <a:pt x="0" y="22"/>
                  <a:pt x="0" y="30"/>
                </a:cubicBezTo>
                <a:cubicBezTo>
                  <a:pt x="0" y="39"/>
                  <a:pt x="4" y="46"/>
                  <a:pt x="9" y="52"/>
                </a:cubicBezTo>
                <a:cubicBezTo>
                  <a:pt x="15" y="58"/>
                  <a:pt x="22" y="61"/>
                  <a:pt x="30" y="61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814680" y="643320"/>
            <a:ext cx="8640" cy="91800"/>
          </a:xfrm>
          <a:custGeom>
            <a:avLst/>
            <a:gdLst/>
            <a:ahLst/>
            <a:rect l="0" t="0" r="r" b="b"/>
            <a:pathLst>
              <a:path fill="none" w="24" h="255">
                <a:moveTo>
                  <a:pt x="7" y="255"/>
                </a:moveTo>
                <a:lnTo>
                  <a:pt x="6" y="243"/>
                </a:lnTo>
                <a:lnTo>
                  <a:pt x="5" y="230"/>
                </a:lnTo>
                <a:lnTo>
                  <a:pt x="5" y="218"/>
                </a:lnTo>
                <a:lnTo>
                  <a:pt x="4" y="205"/>
                </a:lnTo>
                <a:lnTo>
                  <a:pt x="4" y="193"/>
                </a:lnTo>
                <a:lnTo>
                  <a:pt x="4" y="185"/>
                </a:lnTo>
                <a:lnTo>
                  <a:pt x="4" y="176"/>
                </a:lnTo>
                <a:lnTo>
                  <a:pt x="4" y="168"/>
                </a:lnTo>
                <a:lnTo>
                  <a:pt x="4" y="160"/>
                </a:lnTo>
                <a:lnTo>
                  <a:pt x="5" y="152"/>
                </a:lnTo>
                <a:lnTo>
                  <a:pt x="4" y="141"/>
                </a:lnTo>
                <a:lnTo>
                  <a:pt x="2" y="130"/>
                </a:lnTo>
                <a:lnTo>
                  <a:pt x="1" y="117"/>
                </a:lnTo>
                <a:lnTo>
                  <a:pt x="0" y="106"/>
                </a:lnTo>
                <a:lnTo>
                  <a:pt x="0" y="95"/>
                </a:lnTo>
                <a:lnTo>
                  <a:pt x="5" y="84"/>
                </a:lnTo>
                <a:lnTo>
                  <a:pt x="10" y="73"/>
                </a:lnTo>
                <a:lnTo>
                  <a:pt x="15" y="61"/>
                </a:lnTo>
                <a:lnTo>
                  <a:pt x="20" y="50"/>
                </a:lnTo>
                <a:lnTo>
                  <a:pt x="24" y="39"/>
                </a:lnTo>
                <a:lnTo>
                  <a:pt x="21" y="31"/>
                </a:lnTo>
                <a:lnTo>
                  <a:pt x="18" y="23"/>
                </a:lnTo>
                <a:lnTo>
                  <a:pt x="15" y="15"/>
                </a:lnTo>
                <a:lnTo>
                  <a:pt x="12" y="7"/>
                </a:lnTo>
                <a:lnTo>
                  <a:pt x="9" y="0"/>
                </a:lnTo>
              </a:path>
            </a:pathLst>
          </a:custGeom>
          <a:ln cap="sq" w="16200">
            <a:solidFill>
              <a:srgbClr val="1f4e79"/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71400" y="425160"/>
            <a:ext cx="14040" cy="8280"/>
          </a:xfrm>
          <a:custGeom>
            <a:avLst/>
            <a:gdLst/>
            <a:ahLst/>
            <a:rect l="0" t="0" r="r" b="b"/>
            <a:pathLst>
              <a:path fill="none" w="39" h="23">
                <a:moveTo>
                  <a:pt x="22" y="0"/>
                </a:moveTo>
                <a:lnTo>
                  <a:pt x="15" y="0"/>
                </a:lnTo>
                <a:lnTo>
                  <a:pt x="9" y="0"/>
                </a:lnTo>
                <a:lnTo>
                  <a:pt x="1" y="1"/>
                </a:lnTo>
                <a:lnTo>
                  <a:pt x="0" y="3"/>
                </a:lnTo>
                <a:lnTo>
                  <a:pt x="7" y="11"/>
                </a:lnTo>
                <a:lnTo>
                  <a:pt x="13" y="17"/>
                </a:lnTo>
                <a:lnTo>
                  <a:pt x="20" y="23"/>
                </a:lnTo>
                <a:lnTo>
                  <a:pt x="23" y="23"/>
                </a:lnTo>
                <a:lnTo>
                  <a:pt x="26" y="21"/>
                </a:lnTo>
                <a:lnTo>
                  <a:pt x="28" y="20"/>
                </a:lnTo>
                <a:lnTo>
                  <a:pt x="29" y="19"/>
                </a:lnTo>
                <a:lnTo>
                  <a:pt x="27" y="19"/>
                </a:lnTo>
                <a:lnTo>
                  <a:pt x="24" y="20"/>
                </a:lnTo>
                <a:lnTo>
                  <a:pt x="22" y="20"/>
                </a:lnTo>
                <a:lnTo>
                  <a:pt x="19" y="21"/>
                </a:lnTo>
                <a:lnTo>
                  <a:pt x="17" y="21"/>
                </a:lnTo>
                <a:lnTo>
                  <a:pt x="14" y="22"/>
                </a:lnTo>
                <a:lnTo>
                  <a:pt x="13" y="22"/>
                </a:lnTo>
                <a:lnTo>
                  <a:pt x="19" y="18"/>
                </a:lnTo>
                <a:lnTo>
                  <a:pt x="25" y="15"/>
                </a:lnTo>
                <a:lnTo>
                  <a:pt x="30" y="12"/>
                </a:lnTo>
                <a:lnTo>
                  <a:pt x="34" y="10"/>
                </a:lnTo>
                <a:lnTo>
                  <a:pt x="35" y="8"/>
                </a:lnTo>
                <a:lnTo>
                  <a:pt x="37" y="5"/>
                </a:lnTo>
                <a:lnTo>
                  <a:pt x="39" y="3"/>
                </a:lnTo>
              </a:path>
            </a:pathLst>
          </a:custGeom>
          <a:ln w="11160">
            <a:solidFill>
              <a:srgbClr val="17233b"/>
            </a:solidFill>
            <a:custDash>
              <a:ds d="132258" sp="132258"/>
            </a:custDash>
            <a:round/>
          </a:ln>
        </p:spPr>
        <p:txBody>
          <a:bodyPr lIns="5400" rIns="540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806040" y="724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9" y="60"/>
                  <a:pt x="46" y="57"/>
                  <a:pt x="52" y="51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4"/>
                  <a:pt x="52" y="8"/>
                </a:cubicBezTo>
                <a:cubicBezTo>
                  <a:pt x="46" y="3"/>
                  <a:pt x="39" y="0"/>
                  <a:pt x="30" y="0"/>
                </a:cubicBezTo>
                <a:cubicBezTo>
                  <a:pt x="22" y="0"/>
                  <a:pt x="14" y="3"/>
                  <a:pt x="9" y="8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8"/>
                  <a:pt x="3" y="46"/>
                  <a:pt x="9" y="51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04960" y="7016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8" y="60"/>
                  <a:pt x="46" y="57"/>
                  <a:pt x="52" y="52"/>
                </a:cubicBezTo>
                <a:cubicBezTo>
                  <a:pt x="57" y="46"/>
                  <a:pt x="60" y="39"/>
                  <a:pt x="60" y="31"/>
                </a:cubicBezTo>
                <a:cubicBezTo>
                  <a:pt x="60" y="22"/>
                  <a:pt x="57" y="14"/>
                  <a:pt x="52" y="9"/>
                </a:cubicBezTo>
                <a:cubicBezTo>
                  <a:pt x="46" y="3"/>
                  <a:pt x="38" y="0"/>
                  <a:pt x="30" y="0"/>
                </a:cubicBezTo>
                <a:cubicBezTo>
                  <a:pt x="22" y="0"/>
                  <a:pt x="14" y="3"/>
                  <a:pt x="9" y="9"/>
                </a:cubicBezTo>
                <a:cubicBezTo>
                  <a:pt x="3" y="14"/>
                  <a:pt x="0" y="22"/>
                  <a:pt x="0" y="31"/>
                </a:cubicBezTo>
                <a:cubicBezTo>
                  <a:pt x="0" y="39"/>
                  <a:pt x="3" y="46"/>
                  <a:pt x="9" y="52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805320" y="686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8" y="60"/>
                  <a:pt x="46" y="57"/>
                  <a:pt x="52" y="52"/>
                </a:cubicBezTo>
                <a:cubicBezTo>
                  <a:pt x="57" y="46"/>
                  <a:pt x="60" y="39"/>
                  <a:pt x="60" y="31"/>
                </a:cubicBezTo>
                <a:cubicBezTo>
                  <a:pt x="60" y="23"/>
                  <a:pt x="57" y="15"/>
                  <a:pt x="52" y="9"/>
                </a:cubicBezTo>
                <a:cubicBezTo>
                  <a:pt x="46" y="3"/>
                  <a:pt x="38" y="0"/>
                  <a:pt x="30" y="0"/>
                </a:cubicBezTo>
                <a:cubicBezTo>
                  <a:pt x="22" y="0"/>
                  <a:pt x="14" y="3"/>
                  <a:pt x="9" y="9"/>
                </a:cubicBezTo>
                <a:cubicBezTo>
                  <a:pt x="3" y="15"/>
                  <a:pt x="0" y="23"/>
                  <a:pt x="0" y="31"/>
                </a:cubicBezTo>
                <a:cubicBezTo>
                  <a:pt x="0" y="39"/>
                  <a:pt x="3" y="46"/>
                  <a:pt x="9" y="52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03880" y="6670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7" y="60"/>
                  <a:pt x="46" y="57"/>
                  <a:pt x="52" y="51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5"/>
                  <a:pt x="52" y="9"/>
                </a:cubicBezTo>
                <a:cubicBezTo>
                  <a:pt x="46" y="3"/>
                  <a:pt x="37" y="0"/>
                  <a:pt x="30" y="0"/>
                </a:cubicBezTo>
                <a:cubicBezTo>
                  <a:pt x="22" y="0"/>
                  <a:pt x="14" y="3"/>
                  <a:pt x="9" y="9"/>
                </a:cubicBezTo>
                <a:cubicBezTo>
                  <a:pt x="3" y="15"/>
                  <a:pt x="0" y="22"/>
                  <a:pt x="0" y="30"/>
                </a:cubicBezTo>
                <a:cubicBezTo>
                  <a:pt x="0" y="38"/>
                  <a:pt x="3" y="46"/>
                  <a:pt x="9" y="51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812520" y="6465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8" y="60"/>
                  <a:pt x="46" y="57"/>
                  <a:pt x="51" y="52"/>
                </a:cubicBezTo>
                <a:cubicBezTo>
                  <a:pt x="57" y="46"/>
                  <a:pt x="60" y="38"/>
                  <a:pt x="60" y="31"/>
                </a:cubicBezTo>
                <a:cubicBezTo>
                  <a:pt x="60" y="23"/>
                  <a:pt x="57" y="15"/>
                  <a:pt x="51" y="10"/>
                </a:cubicBezTo>
                <a:cubicBezTo>
                  <a:pt x="46" y="3"/>
                  <a:pt x="38" y="0"/>
                  <a:pt x="30" y="0"/>
                </a:cubicBezTo>
                <a:cubicBezTo>
                  <a:pt x="22" y="0"/>
                  <a:pt x="14" y="3"/>
                  <a:pt x="8" y="10"/>
                </a:cubicBezTo>
                <a:cubicBezTo>
                  <a:pt x="3" y="15"/>
                  <a:pt x="0" y="23"/>
                  <a:pt x="0" y="31"/>
                </a:cubicBezTo>
                <a:cubicBezTo>
                  <a:pt x="0" y="38"/>
                  <a:pt x="3" y="46"/>
                  <a:pt x="8" y="52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807120" y="6325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29" y="60"/>
                </a:moveTo>
                <a:cubicBezTo>
                  <a:pt x="38" y="60"/>
                  <a:pt x="46" y="57"/>
                  <a:pt x="51" y="52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4"/>
                  <a:pt x="51" y="9"/>
                </a:cubicBezTo>
                <a:cubicBezTo>
                  <a:pt x="46" y="3"/>
                  <a:pt x="38" y="0"/>
                  <a:pt x="29" y="0"/>
                </a:cubicBezTo>
                <a:cubicBezTo>
                  <a:pt x="22" y="0"/>
                  <a:pt x="14" y="3"/>
                  <a:pt x="8" y="9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8"/>
                  <a:pt x="3" y="46"/>
                  <a:pt x="8" y="52"/>
                </a:cubicBezTo>
                <a:cubicBezTo>
                  <a:pt x="14" y="57"/>
                  <a:pt x="22" y="60"/>
                  <a:pt x="29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89080" y="624960"/>
            <a:ext cx="57240" cy="0"/>
          </a:xfrm>
          <a:custGeom>
            <a:avLst/>
            <a:gdLst/>
            <a:ahLst/>
            <a:rect l="0" t="0" r="r" b="b"/>
            <a:pathLst>
              <a:path fill="none" w="159" h="0">
                <a:moveTo>
                  <a:pt x="0" y="0"/>
                </a:moveTo>
                <a:lnTo>
                  <a:pt x="80" y="0"/>
                </a:lnTo>
                <a:lnTo>
                  <a:pt x="159" y="0"/>
                </a:lnTo>
              </a:path>
            </a:pathLst>
          </a:custGeom>
          <a:ln cap="sq" w="16200">
            <a:solidFill>
              <a:srgbClr val="1f4e79"/>
            </a:solidFill>
            <a:round/>
          </a:ln>
        </p:spPr>
        <p:txBody>
          <a:bodyPr lIns="7920" rIns="7920" tIns="-7920" bIns="-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07080" y="19440"/>
            <a:ext cx="8557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30" spc="-1" strike="noStrike">
                <a:solidFill>
                  <a:srgbClr val="000000"/>
                </a:solidFill>
                <a:latin typeface="NimbusRoman"/>
                <a:ea typeface="NimbusRoman"/>
              </a:rPr>
              <a:t>(a) genuine avoidance: DD</a:t>
            </a:r>
            <a:endParaRPr b="0" lang="en-US" sz="6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63960" y="598680"/>
            <a:ext cx="19440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50" spc="-1" strike="noStrike">
                <a:solidFill>
                  <a:srgbClr val="000000"/>
                </a:solidFill>
                <a:latin typeface="NimbusRoman"/>
                <a:ea typeface="NimbusRoman"/>
              </a:rPr>
              <a:t>original </a:t>
            </a:r>
            <a:endParaRPr b="0" lang="en-US" sz="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289080" y="696240"/>
            <a:ext cx="57240" cy="0"/>
          </a:xfrm>
          <a:custGeom>
            <a:avLst/>
            <a:gdLst/>
            <a:ahLst/>
            <a:rect l="0" t="0" r="r" b="b"/>
            <a:pathLst>
              <a:path fill="none" w="159" h="0">
                <a:moveTo>
                  <a:pt x="0" y="0"/>
                </a:moveTo>
                <a:lnTo>
                  <a:pt x="80" y="0"/>
                </a:lnTo>
                <a:lnTo>
                  <a:pt x="159" y="0"/>
                </a:lnTo>
              </a:path>
            </a:pathLst>
          </a:custGeom>
          <a:ln w="12600">
            <a:solidFill>
              <a:srgbClr val="5b9bd5"/>
            </a:solidFill>
            <a:custDash>
              <a:ds d="260000" sp="160000"/>
            </a:custDash>
            <a:round/>
          </a:ln>
        </p:spPr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55840" y="576720"/>
            <a:ext cx="56880" cy="79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50" spc="-1" strike="noStrike">
                <a:solidFill>
                  <a:srgbClr val="000000"/>
                </a:solidFill>
                <a:latin typeface="STIXGeneral"/>
                <a:ea typeface="STIXGeneral"/>
              </a:rPr>
              <a:t>O</a:t>
            </a:r>
            <a:endParaRPr b="0" lang="en-US" sz="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63960" y="670320"/>
            <a:ext cx="217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50" spc="-1" strike="noStrike">
                <a:solidFill>
                  <a:srgbClr val="000000"/>
                </a:solidFill>
                <a:latin typeface="NimbusRoman"/>
                <a:ea typeface="NimbusRoman"/>
              </a:rPr>
              <a:t>removed </a:t>
            </a:r>
            <a:endParaRPr b="0" lang="en-US" sz="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289080" y="767880"/>
            <a:ext cx="57240" cy="0"/>
          </a:xfrm>
          <a:custGeom>
            <a:avLst/>
            <a:gdLst/>
            <a:ahLst/>
            <a:rect l="0" t="0" r="r" b="b"/>
            <a:pathLst>
              <a:path fill="none" w="159" h="0">
                <a:moveTo>
                  <a:pt x="0" y="0"/>
                </a:moveTo>
                <a:lnTo>
                  <a:pt x="80" y="0"/>
                </a:lnTo>
                <a:lnTo>
                  <a:pt x="159" y="0"/>
                </a:lnTo>
              </a:path>
            </a:pathLst>
          </a:custGeom>
          <a:ln w="12600">
            <a:solidFill>
              <a:srgbClr val="8c9bab"/>
            </a:solidFill>
            <a:custDash>
              <a:ds d="260000" sp="160000"/>
            </a:custDash>
            <a:round/>
          </a:ln>
        </p:spPr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78160" y="648000"/>
            <a:ext cx="56880" cy="79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50" spc="-1" strike="noStrike">
                <a:solidFill>
                  <a:srgbClr val="000000"/>
                </a:solidFill>
                <a:latin typeface="STIXGeneral"/>
                <a:ea typeface="STIXGeneral"/>
              </a:rPr>
              <a:t>R</a:t>
            </a:r>
            <a:endParaRPr b="0" lang="en-US" sz="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63960" y="741960"/>
            <a:ext cx="127080" cy="5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50" spc="-1" strike="noStrike">
                <a:solidFill>
                  <a:srgbClr val="000000"/>
                </a:solidFill>
                <a:latin typeface="NimbusRoman"/>
                <a:ea typeface="NimbusRoman"/>
              </a:rPr>
              <a:t>re-lit </a:t>
            </a:r>
            <a:endParaRPr b="0" lang="en-US" sz="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40800" y="385200"/>
            <a:ext cx="76680" cy="72720"/>
          </a:xfrm>
          <a:custGeom>
            <a:avLst/>
            <a:gdLst/>
            <a:ahLst/>
            <a:rect l="0" t="0" r="r" b="b"/>
            <a:pathLst>
              <a:path w="213" h="202">
                <a:moveTo>
                  <a:pt x="107" y="0"/>
                </a:moveTo>
                <a:lnTo>
                  <a:pt x="82" y="78"/>
                </a:lnTo>
                <a:lnTo>
                  <a:pt x="0" y="78"/>
                </a:lnTo>
                <a:lnTo>
                  <a:pt x="67" y="125"/>
                </a:lnTo>
                <a:lnTo>
                  <a:pt x="42" y="202"/>
                </a:lnTo>
                <a:lnTo>
                  <a:pt x="107" y="155"/>
                </a:lnTo>
                <a:lnTo>
                  <a:pt x="172" y="202"/>
                </a:lnTo>
                <a:lnTo>
                  <a:pt x="147" y="125"/>
                </a:lnTo>
                <a:lnTo>
                  <a:pt x="213" y="78"/>
                </a:lnTo>
                <a:lnTo>
                  <a:pt x="132" y="78"/>
                </a:lnTo>
                <a:lnTo>
                  <a:pt x="107" y="0"/>
                </a:lnTo>
                <a:close/>
              </a:path>
            </a:pathLst>
          </a:custGeom>
          <a:solidFill>
            <a:srgbClr val="17233b"/>
          </a:solidFill>
          <a:ln w="5040">
            <a:solidFill>
              <a:srgbClr val="ffffff"/>
            </a:solidFill>
            <a:bevel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786600" y="704880"/>
            <a:ext cx="60480" cy="60480"/>
          </a:xfrm>
          <a:custGeom>
            <a:avLst/>
            <a:gdLst/>
            <a:ahLst/>
            <a:rect l="0" t="0" r="r" b="b"/>
            <a:pathLst>
              <a:path w="168" h="168">
                <a:moveTo>
                  <a:pt x="85" y="0"/>
                </a:moveTo>
                <a:lnTo>
                  <a:pt x="0" y="168"/>
                </a:lnTo>
                <a:lnTo>
                  <a:pt x="168" y="168"/>
                </a:lnTo>
                <a:lnTo>
                  <a:pt x="85" y="0"/>
                </a:lnTo>
                <a:close/>
              </a:path>
            </a:pathLst>
          </a:custGeom>
          <a:solidFill>
            <a:srgbClr val="0b0b0b"/>
          </a:solidFill>
          <a:ln w="12600">
            <a:solidFill>
              <a:srgbClr val="0b0b0b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765800" y="99360"/>
            <a:ext cx="986400" cy="718920"/>
          </a:xfrm>
          <a:custGeom>
            <a:avLst/>
            <a:gdLst/>
            <a:ahLst/>
            <a:rect l="0" t="0" r="r" b="b"/>
            <a:pathLst>
              <a:path w="2740" h="1997">
                <a:moveTo>
                  <a:pt x="0" y="1997"/>
                </a:moveTo>
                <a:lnTo>
                  <a:pt x="2740" y="1997"/>
                </a:lnTo>
                <a:lnTo>
                  <a:pt x="2740" y="0"/>
                </a:lnTo>
                <a:lnTo>
                  <a:pt x="0" y="0"/>
                </a:lnTo>
                <a:lnTo>
                  <a:pt x="0" y="199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2190960" y="99360"/>
            <a:ext cx="170280" cy="718920"/>
          </a:xfrm>
          <a:custGeom>
            <a:avLst/>
            <a:gdLst/>
            <a:ahLst/>
            <a:rect l="0" t="0" r="r" b="b"/>
            <a:pathLst>
              <a:path w="473" h="1997">
                <a:moveTo>
                  <a:pt x="0" y="1997"/>
                </a:moveTo>
                <a:lnTo>
                  <a:pt x="473" y="1997"/>
                </a:lnTo>
                <a:lnTo>
                  <a:pt x="473" y="0"/>
                </a:lnTo>
                <a:lnTo>
                  <a:pt x="0" y="0"/>
                </a:lnTo>
                <a:lnTo>
                  <a:pt x="0" y="1997"/>
                </a:lnTo>
                <a:close/>
              </a:path>
            </a:pathLst>
          </a:custGeom>
          <a:solidFill>
            <a:srgbClr val="eef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2020680" y="817920"/>
            <a:ext cx="0" cy="20160"/>
          </a:xfrm>
          <a:custGeom>
            <a:avLst/>
            <a:gdLst/>
            <a:ahLst/>
            <a:rect l="0" t="0" r="r" b="b"/>
            <a:pathLst>
              <a:path w="0" h="56">
                <a:moveTo>
                  <a:pt x="0" y="0"/>
                </a:move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020680" y="817920"/>
            <a:ext cx="0" cy="201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89240" y="719640"/>
            <a:ext cx="56880" cy="79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50" spc="-1" strike="noStrike">
                <a:solidFill>
                  <a:srgbClr val="000000"/>
                </a:solidFill>
                <a:latin typeface="STIXGeneral"/>
                <a:ea typeface="STIXGeneral"/>
              </a:rPr>
              <a:t>N</a:t>
            </a:r>
            <a:endParaRPr b="0" lang="en-US" sz="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987200" y="882720"/>
            <a:ext cx="34200" cy="4680"/>
          </a:xfrm>
          <a:custGeom>
            <a:avLst/>
            <a:gdLst/>
            <a:ahLst/>
            <a:rect l="0" t="0" r="r" b="b"/>
            <a:pathLst>
              <a:path w="95" h="13">
                <a:moveTo>
                  <a:pt x="95" y="13"/>
                </a:moveTo>
                <a:lnTo>
                  <a:pt x="95" y="0"/>
                </a:lnTo>
                <a:lnTo>
                  <a:pt x="0" y="0"/>
                </a:lnTo>
                <a:lnTo>
                  <a:pt x="0" y="13"/>
                </a:lnTo>
                <a:lnTo>
                  <a:pt x="95" y="13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2275920" y="817920"/>
            <a:ext cx="0" cy="20160"/>
          </a:xfrm>
          <a:custGeom>
            <a:avLst/>
            <a:gdLst/>
            <a:ahLst/>
            <a:rect l="0" t="0" r="r" b="b"/>
            <a:pathLst>
              <a:path w="0" h="56">
                <a:moveTo>
                  <a:pt x="0" y="0"/>
                </a:move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2275920" y="817920"/>
            <a:ext cx="0" cy="201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023200" y="85644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3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530800" y="817920"/>
            <a:ext cx="0" cy="20160"/>
          </a:xfrm>
          <a:custGeom>
            <a:avLst/>
            <a:gdLst/>
            <a:ahLst/>
            <a:rect l="0" t="0" r="r" b="b"/>
            <a:pathLst>
              <a:path w="0" h="56">
                <a:moveTo>
                  <a:pt x="0" y="0"/>
                </a:move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2530800" y="817920"/>
            <a:ext cx="0" cy="201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259360" y="85644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514240" y="85644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3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745640" y="734760"/>
            <a:ext cx="20160" cy="0"/>
          </a:xfrm>
          <a:custGeom>
            <a:avLst/>
            <a:gdLst/>
            <a:ahLst/>
            <a:rect l="0" t="0" r="r" b="b"/>
            <a:pathLst>
              <a:path w="56" h="0">
                <a:moveTo>
                  <a:pt x="56" y="0"/>
                </a:moveTo>
                <a:lnTo>
                  <a:pt x="0" y="0"/>
                </a:lnTo>
                <a:lnTo>
                  <a:pt x="56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 flipH="1">
            <a:off x="1745640" y="734760"/>
            <a:ext cx="2016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107800" y="927360"/>
            <a:ext cx="30096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000000"/>
                </a:solidFill>
                <a:latin typeface="NimbusRoman"/>
                <a:ea typeface="NimbusRoman"/>
              </a:rPr>
              <a:t>lateral (m)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745640" y="458640"/>
            <a:ext cx="20160" cy="0"/>
          </a:xfrm>
          <a:custGeom>
            <a:avLst/>
            <a:gdLst/>
            <a:ahLst/>
            <a:rect l="0" t="0" r="r" b="b"/>
            <a:pathLst>
              <a:path w="56" h="0">
                <a:moveTo>
                  <a:pt x="56" y="0"/>
                </a:moveTo>
                <a:lnTo>
                  <a:pt x="0" y="0"/>
                </a:lnTo>
                <a:lnTo>
                  <a:pt x="56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 flipH="1">
            <a:off x="1745640" y="458640"/>
            <a:ext cx="2016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699560" y="71496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745640" y="182160"/>
            <a:ext cx="20160" cy="0"/>
          </a:xfrm>
          <a:custGeom>
            <a:avLst/>
            <a:gdLst/>
            <a:ahLst/>
            <a:rect l="0" t="0" r="r" b="b"/>
            <a:pathLst>
              <a:path w="56" h="0">
                <a:moveTo>
                  <a:pt x="56" y="0"/>
                </a:moveTo>
                <a:lnTo>
                  <a:pt x="0" y="0"/>
                </a:lnTo>
                <a:lnTo>
                  <a:pt x="56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 flipH="1">
            <a:off x="1745640" y="182160"/>
            <a:ext cx="2016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699560" y="438480"/>
            <a:ext cx="6624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5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666440" y="162360"/>
            <a:ext cx="6768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275920" y="7347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cap="sq" w="5400">
            <a:solidFill>
              <a:srgbClr val="8c9bab"/>
            </a:solidFill>
            <a:round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277360" y="730800"/>
            <a:ext cx="0" cy="288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360" bIns="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 flipH="1">
            <a:off x="2277720" y="708840"/>
            <a:ext cx="1800" cy="2340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 flipH="1">
            <a:off x="2275560" y="651240"/>
            <a:ext cx="6120" cy="7740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 flipH="1">
            <a:off x="2275560" y="619200"/>
            <a:ext cx="7560" cy="9720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 flipH="1">
            <a:off x="2277000" y="599400"/>
            <a:ext cx="7200" cy="10008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270880" y="556200"/>
            <a:ext cx="7200" cy="11700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265840" y="524160"/>
            <a:ext cx="13320" cy="11952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275920" y="515520"/>
            <a:ext cx="4320" cy="92160"/>
          </a:xfrm>
          <a:prstGeom prst="line">
            <a:avLst/>
          </a:prstGeom>
          <a:ln cap="sq" w="5400">
            <a:solidFill>
              <a:srgbClr val="8c9b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275920" y="7347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cap="sq" w="5400">
            <a:solidFill>
              <a:srgbClr val="5b9bd5"/>
            </a:solidFill>
            <a:round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 flipH="1">
            <a:off x="2275920" y="730800"/>
            <a:ext cx="2160" cy="360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1080" bIns="1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 flipH="1">
            <a:off x="2275920" y="708840"/>
            <a:ext cx="3600" cy="2484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 flipH="1">
            <a:off x="2275200" y="651240"/>
            <a:ext cx="6480" cy="8244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 flipH="1">
            <a:off x="2274840" y="619200"/>
            <a:ext cx="8280" cy="11052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 flipH="1">
            <a:off x="2274840" y="599400"/>
            <a:ext cx="9360" cy="12420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270880" y="556200"/>
            <a:ext cx="2520" cy="16164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265840" y="524160"/>
            <a:ext cx="6480" cy="18252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 flipH="1">
            <a:off x="2273400" y="515520"/>
            <a:ext cx="2880" cy="169920"/>
          </a:xfrm>
          <a:prstGeom prst="line">
            <a:avLst/>
          </a:prstGeom>
          <a:ln cap="sq" w="5400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 flipV="1">
            <a:off x="1765800" y="99360"/>
            <a:ext cx="0" cy="71856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765800" y="817920"/>
            <a:ext cx="986040" cy="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2274840" y="595080"/>
            <a:ext cx="6120" cy="140040"/>
          </a:xfrm>
          <a:custGeom>
            <a:avLst/>
            <a:gdLst/>
            <a:ahLst/>
            <a:rect l="0" t="0" r="r" b="b"/>
            <a:pathLst>
              <a:path fill="none" w="17" h="389">
                <a:moveTo>
                  <a:pt x="3" y="389"/>
                </a:moveTo>
                <a:lnTo>
                  <a:pt x="5" y="388"/>
                </a:lnTo>
                <a:lnTo>
                  <a:pt x="6" y="387"/>
                </a:lnTo>
                <a:lnTo>
                  <a:pt x="8" y="386"/>
                </a:lnTo>
                <a:lnTo>
                  <a:pt x="9" y="385"/>
                </a:lnTo>
                <a:lnTo>
                  <a:pt x="11" y="384"/>
                </a:lnTo>
                <a:lnTo>
                  <a:pt x="9" y="381"/>
                </a:lnTo>
                <a:lnTo>
                  <a:pt x="7" y="377"/>
                </a:lnTo>
                <a:lnTo>
                  <a:pt x="5" y="374"/>
                </a:lnTo>
                <a:lnTo>
                  <a:pt x="2" y="371"/>
                </a:lnTo>
                <a:lnTo>
                  <a:pt x="0" y="368"/>
                </a:lnTo>
                <a:lnTo>
                  <a:pt x="1" y="352"/>
                </a:lnTo>
                <a:lnTo>
                  <a:pt x="2" y="337"/>
                </a:lnTo>
                <a:lnTo>
                  <a:pt x="5" y="321"/>
                </a:lnTo>
                <a:lnTo>
                  <a:pt x="6" y="306"/>
                </a:lnTo>
                <a:lnTo>
                  <a:pt x="7" y="290"/>
                </a:lnTo>
                <a:lnTo>
                  <a:pt x="8" y="266"/>
                </a:lnTo>
                <a:lnTo>
                  <a:pt x="9" y="242"/>
                </a:lnTo>
                <a:lnTo>
                  <a:pt x="9" y="217"/>
                </a:lnTo>
                <a:lnTo>
                  <a:pt x="10" y="193"/>
                </a:lnTo>
                <a:lnTo>
                  <a:pt x="10" y="169"/>
                </a:lnTo>
                <a:lnTo>
                  <a:pt x="12" y="135"/>
                </a:lnTo>
                <a:lnTo>
                  <a:pt x="13" y="102"/>
                </a:lnTo>
                <a:lnTo>
                  <a:pt x="14" y="67"/>
                </a:lnTo>
                <a:lnTo>
                  <a:pt x="15" y="34"/>
                </a:lnTo>
                <a:lnTo>
                  <a:pt x="17" y="0"/>
                </a:lnTo>
              </a:path>
            </a:pathLst>
          </a:custGeom>
          <a:ln w="11160">
            <a:solidFill>
              <a:srgbClr val="8c9bab"/>
            </a:solidFill>
            <a:custDash>
              <a:ds d="264516" sp="161290"/>
            </a:custDash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271600" y="677880"/>
            <a:ext cx="5040" cy="57240"/>
          </a:xfrm>
          <a:custGeom>
            <a:avLst/>
            <a:gdLst/>
            <a:ahLst/>
            <a:rect l="0" t="0" r="r" b="b"/>
            <a:pathLst>
              <a:path fill="none" w="14" h="159">
                <a:moveTo>
                  <a:pt x="13" y="159"/>
                </a:moveTo>
                <a:lnTo>
                  <a:pt x="13" y="158"/>
                </a:lnTo>
                <a:lnTo>
                  <a:pt x="13" y="157"/>
                </a:lnTo>
                <a:lnTo>
                  <a:pt x="13" y="156"/>
                </a:lnTo>
                <a:lnTo>
                  <a:pt x="14" y="156"/>
                </a:lnTo>
                <a:lnTo>
                  <a:pt x="13" y="155"/>
                </a:lnTo>
                <a:lnTo>
                  <a:pt x="12" y="155"/>
                </a:lnTo>
                <a:lnTo>
                  <a:pt x="11" y="155"/>
                </a:lnTo>
                <a:lnTo>
                  <a:pt x="10" y="155"/>
                </a:lnTo>
                <a:lnTo>
                  <a:pt x="10" y="149"/>
                </a:lnTo>
                <a:lnTo>
                  <a:pt x="10" y="144"/>
                </a:lnTo>
                <a:lnTo>
                  <a:pt x="10" y="138"/>
                </a:lnTo>
                <a:lnTo>
                  <a:pt x="10" y="133"/>
                </a:lnTo>
                <a:lnTo>
                  <a:pt x="10" y="127"/>
                </a:lnTo>
                <a:lnTo>
                  <a:pt x="7" y="122"/>
                </a:lnTo>
                <a:lnTo>
                  <a:pt x="5" y="116"/>
                </a:lnTo>
                <a:lnTo>
                  <a:pt x="4" y="111"/>
                </a:lnTo>
                <a:lnTo>
                  <a:pt x="2" y="106"/>
                </a:lnTo>
                <a:lnTo>
                  <a:pt x="0" y="100"/>
                </a:lnTo>
                <a:lnTo>
                  <a:pt x="1" y="79"/>
                </a:lnTo>
                <a:lnTo>
                  <a:pt x="2" y="59"/>
                </a:lnTo>
                <a:lnTo>
                  <a:pt x="4" y="40"/>
                </a:lnTo>
                <a:lnTo>
                  <a:pt x="5" y="20"/>
                </a:lnTo>
                <a:lnTo>
                  <a:pt x="6" y="0"/>
                </a:lnTo>
              </a:path>
            </a:pathLst>
          </a:custGeom>
          <a:ln w="11160">
            <a:solidFill>
              <a:srgbClr val="5b9bd5"/>
            </a:solidFill>
            <a:custDash>
              <a:ds d="264516" sp="161290"/>
            </a:custDash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2289600" y="546120"/>
            <a:ext cx="186480" cy="121680"/>
          </a:xfrm>
          <a:custGeom>
            <a:avLst/>
            <a:gdLst/>
            <a:ahLst/>
            <a:rect l="0" t="0" r="r" b="b"/>
            <a:pathLst>
              <a:path fill="none" w="518" h="338">
                <a:moveTo>
                  <a:pt x="518" y="0"/>
                </a:moveTo>
                <a:cubicBezTo>
                  <a:pt x="345" y="113"/>
                  <a:pt x="173" y="225"/>
                  <a:pt x="0" y="338"/>
                </a:cubicBezTo>
              </a:path>
            </a:pathLst>
          </a:custGeom>
          <a:ln cap="rnd" w="5040">
            <a:solidFill>
              <a:srgbClr val="5b9bd5"/>
            </a:solidFill>
            <a:round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 rot="16200000">
            <a:off x="1486800" y="423360"/>
            <a:ext cx="28872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000000"/>
                </a:solidFill>
                <a:latin typeface="NimbusRoman"/>
                <a:ea typeface="NimbusRoman"/>
              </a:rPr>
              <a:t>ahead (m)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2296080" y="522000"/>
            <a:ext cx="172080" cy="97200"/>
          </a:xfrm>
          <a:custGeom>
            <a:avLst/>
            <a:gdLst/>
            <a:ahLst/>
            <a:rect l="0" t="0" r="r" b="b"/>
            <a:pathLst>
              <a:path fill="none" w="478" h="270">
                <a:moveTo>
                  <a:pt x="478" y="270"/>
                </a:moveTo>
                <a:cubicBezTo>
                  <a:pt x="319" y="180"/>
                  <a:pt x="160" y="91"/>
                  <a:pt x="0" y="0"/>
                </a:cubicBezTo>
              </a:path>
            </a:pathLst>
          </a:custGeom>
          <a:ln cap="rnd" w="5040">
            <a:solidFill>
              <a:srgbClr val="1f4e79"/>
            </a:solidFill>
            <a:round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413800" y="462240"/>
            <a:ext cx="3024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5b9bd5"/>
                </a:solidFill>
                <a:latin typeface="NimbusRoman"/>
                <a:ea typeface="NimbusRoman"/>
              </a:rPr>
              <a:t>5.51 m clear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2419560" y="652680"/>
            <a:ext cx="3024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1f4e79"/>
                </a:solidFill>
                <a:latin typeface="NimbusRoman"/>
                <a:ea typeface="NimbusRoman"/>
              </a:rPr>
              <a:t>2.81 m clear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785600" y="48240"/>
            <a:ext cx="716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60" spc="-1" strike="noStrike">
                <a:solidFill>
                  <a:srgbClr val="17233b"/>
                </a:solidFill>
                <a:latin typeface="STIXGeneral"/>
                <a:ea typeface="STIXGeneral"/>
              </a:rPr>
              <a:t>F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829520" y="75960"/>
            <a:ext cx="27360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 </a:t>
            </a:r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= 1.80 m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785600" y="127440"/>
            <a:ext cx="716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60" spc="-1" strike="noStrike">
                <a:solidFill>
                  <a:srgbClr val="5e5c56"/>
                </a:solidFill>
                <a:latin typeface="STIXGeneral"/>
                <a:ea typeface="STIXGeneral"/>
              </a:rPr>
              <a:t>I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809720" y="155160"/>
            <a:ext cx="27360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5e5c56"/>
                </a:solidFill>
                <a:latin typeface="NimbusRoman"/>
                <a:ea typeface="NimbusRoman"/>
              </a:rPr>
              <a:t> </a:t>
            </a:r>
            <a:r>
              <a:rPr b="0" lang="en-US" sz="560" spc="-1" strike="noStrike">
                <a:solidFill>
                  <a:srgbClr val="5e5c56"/>
                </a:solidFill>
                <a:latin typeface="NimbusRoman"/>
                <a:ea typeface="NimbusRoman"/>
              </a:rPr>
              <a:t>= 1.31 m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837440" y="215640"/>
            <a:ext cx="7092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60" spc="-1" strike="noStrike">
                <a:solidFill>
                  <a:srgbClr val="17233b"/>
                </a:solidFill>
                <a:latin typeface="STIXGeneral"/>
                <a:ea typeface="STIXGeneral"/>
              </a:rPr>
              <a:t>S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788840" y="243720"/>
            <a:ext cx="45000" cy="48240"/>
          </a:xfrm>
          <a:custGeom>
            <a:avLst/>
            <a:gdLst/>
            <a:ahLst/>
            <a:rect l="0" t="0" r="r" b="b"/>
            <a:pathLst>
              <a:path w="125" h="134">
                <a:moveTo>
                  <a:pt x="125" y="134"/>
                </a:moveTo>
                <a:lnTo>
                  <a:pt x="0" y="134"/>
                </a:lnTo>
                <a:lnTo>
                  <a:pt x="61" y="0"/>
                </a:lnTo>
                <a:lnTo>
                  <a:pt x="64" y="0"/>
                </a:lnTo>
                <a:lnTo>
                  <a:pt x="125" y="134"/>
                </a:lnTo>
                <a:moveTo>
                  <a:pt x="95" y="116"/>
                </a:moveTo>
                <a:lnTo>
                  <a:pt x="57" y="28"/>
                </a:lnTo>
                <a:lnTo>
                  <a:pt x="19" y="116"/>
                </a:lnTo>
                <a:lnTo>
                  <a:pt x="95" y="116"/>
                </a:lnTo>
                <a:close/>
              </a:path>
            </a:pathLst>
          </a:custGeom>
          <a:solidFill>
            <a:srgbClr val="1723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873080" y="243000"/>
            <a:ext cx="29808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 </a:t>
            </a:r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= -1.65 m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265120" y="724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7" y="60"/>
                  <a:pt x="45" y="57"/>
                  <a:pt x="52" y="51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4"/>
                  <a:pt x="52" y="8"/>
                </a:cubicBezTo>
                <a:cubicBezTo>
                  <a:pt x="45" y="3"/>
                  <a:pt x="37" y="0"/>
                  <a:pt x="30" y="0"/>
                </a:cubicBezTo>
                <a:cubicBezTo>
                  <a:pt x="22" y="0"/>
                  <a:pt x="14" y="3"/>
                  <a:pt x="9" y="8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8"/>
                  <a:pt x="3" y="46"/>
                  <a:pt x="9" y="51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2267640" y="7221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30" y="61"/>
                </a:moveTo>
                <a:cubicBezTo>
                  <a:pt x="38" y="61"/>
                  <a:pt x="46" y="58"/>
                  <a:pt x="52" y="52"/>
                </a:cubicBezTo>
                <a:cubicBezTo>
                  <a:pt x="57" y="46"/>
                  <a:pt x="60" y="39"/>
                  <a:pt x="60" y="31"/>
                </a:cubicBezTo>
                <a:cubicBezTo>
                  <a:pt x="60" y="22"/>
                  <a:pt x="57" y="15"/>
                  <a:pt x="52" y="9"/>
                </a:cubicBezTo>
                <a:cubicBezTo>
                  <a:pt x="46" y="4"/>
                  <a:pt x="38" y="0"/>
                  <a:pt x="30" y="0"/>
                </a:cubicBezTo>
                <a:cubicBezTo>
                  <a:pt x="22" y="0"/>
                  <a:pt x="14" y="4"/>
                  <a:pt x="9" y="9"/>
                </a:cubicBezTo>
                <a:cubicBezTo>
                  <a:pt x="3" y="15"/>
                  <a:pt x="0" y="22"/>
                  <a:pt x="0" y="31"/>
                </a:cubicBezTo>
                <a:cubicBezTo>
                  <a:pt x="0" y="39"/>
                  <a:pt x="3" y="46"/>
                  <a:pt x="9" y="52"/>
                </a:cubicBezTo>
                <a:cubicBezTo>
                  <a:pt x="14" y="58"/>
                  <a:pt x="22" y="61"/>
                  <a:pt x="30" y="61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2264040" y="71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8" y="60"/>
                  <a:pt x="45" y="57"/>
                  <a:pt x="51" y="52"/>
                </a:cubicBezTo>
                <a:cubicBezTo>
                  <a:pt x="57" y="45"/>
                  <a:pt x="60" y="37"/>
                  <a:pt x="60" y="30"/>
                </a:cubicBezTo>
                <a:cubicBezTo>
                  <a:pt x="60" y="22"/>
                  <a:pt x="57" y="14"/>
                  <a:pt x="51" y="9"/>
                </a:cubicBezTo>
                <a:cubicBezTo>
                  <a:pt x="45" y="3"/>
                  <a:pt x="38" y="0"/>
                  <a:pt x="30" y="0"/>
                </a:cubicBezTo>
                <a:cubicBezTo>
                  <a:pt x="22" y="0"/>
                  <a:pt x="14" y="3"/>
                  <a:pt x="9" y="9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7"/>
                  <a:pt x="3" y="45"/>
                  <a:pt x="9" y="52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2266560" y="688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29" y="61"/>
                </a:moveTo>
                <a:cubicBezTo>
                  <a:pt x="37" y="61"/>
                  <a:pt x="45" y="58"/>
                  <a:pt x="51" y="52"/>
                </a:cubicBezTo>
                <a:cubicBezTo>
                  <a:pt x="57" y="46"/>
                  <a:pt x="60" y="39"/>
                  <a:pt x="60" y="31"/>
                </a:cubicBezTo>
                <a:cubicBezTo>
                  <a:pt x="60" y="23"/>
                  <a:pt x="57" y="16"/>
                  <a:pt x="51" y="10"/>
                </a:cubicBezTo>
                <a:cubicBezTo>
                  <a:pt x="45" y="4"/>
                  <a:pt x="37" y="0"/>
                  <a:pt x="29" y="0"/>
                </a:cubicBezTo>
                <a:cubicBezTo>
                  <a:pt x="22" y="0"/>
                  <a:pt x="14" y="4"/>
                  <a:pt x="9" y="10"/>
                </a:cubicBezTo>
                <a:cubicBezTo>
                  <a:pt x="3" y="16"/>
                  <a:pt x="0" y="23"/>
                  <a:pt x="0" y="31"/>
                </a:cubicBezTo>
                <a:cubicBezTo>
                  <a:pt x="0" y="39"/>
                  <a:pt x="3" y="46"/>
                  <a:pt x="9" y="52"/>
                </a:cubicBezTo>
                <a:cubicBezTo>
                  <a:pt x="14" y="58"/>
                  <a:pt x="22" y="61"/>
                  <a:pt x="29" y="61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2267640" y="6447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29" y="60"/>
                </a:moveTo>
                <a:cubicBezTo>
                  <a:pt x="37" y="60"/>
                  <a:pt x="46" y="57"/>
                  <a:pt x="51" y="52"/>
                </a:cubicBezTo>
                <a:cubicBezTo>
                  <a:pt x="57" y="46"/>
                  <a:pt x="60" y="39"/>
                  <a:pt x="60" y="31"/>
                </a:cubicBezTo>
                <a:cubicBezTo>
                  <a:pt x="60" y="23"/>
                  <a:pt x="57" y="15"/>
                  <a:pt x="51" y="10"/>
                </a:cubicBezTo>
                <a:cubicBezTo>
                  <a:pt x="46" y="3"/>
                  <a:pt x="37" y="0"/>
                  <a:pt x="29" y="0"/>
                </a:cubicBezTo>
                <a:cubicBezTo>
                  <a:pt x="21" y="0"/>
                  <a:pt x="14" y="3"/>
                  <a:pt x="8" y="10"/>
                </a:cubicBezTo>
                <a:cubicBezTo>
                  <a:pt x="3" y="15"/>
                  <a:pt x="0" y="23"/>
                  <a:pt x="0" y="31"/>
                </a:cubicBezTo>
                <a:cubicBezTo>
                  <a:pt x="0" y="39"/>
                  <a:pt x="3" y="46"/>
                  <a:pt x="8" y="52"/>
                </a:cubicBezTo>
                <a:cubicBezTo>
                  <a:pt x="14" y="57"/>
                  <a:pt x="21" y="60"/>
                  <a:pt x="29" y="60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269800" y="5842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30" y="61"/>
                </a:moveTo>
                <a:cubicBezTo>
                  <a:pt x="39" y="61"/>
                  <a:pt x="46" y="57"/>
                  <a:pt x="52" y="51"/>
                </a:cubicBezTo>
                <a:cubicBezTo>
                  <a:pt x="57" y="45"/>
                  <a:pt x="60" y="38"/>
                  <a:pt x="60" y="30"/>
                </a:cubicBezTo>
                <a:cubicBezTo>
                  <a:pt x="60" y="22"/>
                  <a:pt x="57" y="15"/>
                  <a:pt x="52" y="9"/>
                </a:cubicBezTo>
                <a:cubicBezTo>
                  <a:pt x="46" y="4"/>
                  <a:pt x="39" y="0"/>
                  <a:pt x="30" y="0"/>
                </a:cubicBezTo>
                <a:cubicBezTo>
                  <a:pt x="22" y="0"/>
                  <a:pt x="14" y="4"/>
                  <a:pt x="9" y="9"/>
                </a:cubicBezTo>
                <a:cubicBezTo>
                  <a:pt x="3" y="15"/>
                  <a:pt x="0" y="22"/>
                  <a:pt x="0" y="30"/>
                </a:cubicBezTo>
                <a:cubicBezTo>
                  <a:pt x="0" y="38"/>
                  <a:pt x="3" y="45"/>
                  <a:pt x="9" y="51"/>
                </a:cubicBezTo>
                <a:cubicBezTo>
                  <a:pt x="14" y="57"/>
                  <a:pt x="22" y="61"/>
                  <a:pt x="30" y="61"/>
                </a:cubicBezTo>
                <a:close/>
              </a:path>
            </a:pathLst>
          </a:custGeom>
          <a:solidFill>
            <a:srgbClr val="8c9bab"/>
          </a:solidFill>
          <a:ln w="12600">
            <a:solidFill>
              <a:srgbClr val="8c9bab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265120" y="724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7" y="60"/>
                  <a:pt x="45" y="57"/>
                  <a:pt x="52" y="51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4"/>
                  <a:pt x="52" y="8"/>
                </a:cubicBezTo>
                <a:cubicBezTo>
                  <a:pt x="45" y="3"/>
                  <a:pt x="37" y="0"/>
                  <a:pt x="30" y="0"/>
                </a:cubicBezTo>
                <a:cubicBezTo>
                  <a:pt x="22" y="0"/>
                  <a:pt x="14" y="3"/>
                  <a:pt x="9" y="8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8"/>
                  <a:pt x="3" y="46"/>
                  <a:pt x="9" y="51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265480" y="722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7" y="60"/>
                  <a:pt x="45" y="57"/>
                  <a:pt x="52" y="52"/>
                </a:cubicBezTo>
                <a:cubicBezTo>
                  <a:pt x="57" y="46"/>
                  <a:pt x="60" y="38"/>
                  <a:pt x="60" y="31"/>
                </a:cubicBezTo>
                <a:cubicBezTo>
                  <a:pt x="60" y="22"/>
                  <a:pt x="57" y="14"/>
                  <a:pt x="52" y="9"/>
                </a:cubicBezTo>
                <a:cubicBezTo>
                  <a:pt x="45" y="3"/>
                  <a:pt x="37" y="0"/>
                  <a:pt x="30" y="0"/>
                </a:cubicBezTo>
                <a:cubicBezTo>
                  <a:pt x="22" y="0"/>
                  <a:pt x="14" y="3"/>
                  <a:pt x="9" y="9"/>
                </a:cubicBezTo>
                <a:cubicBezTo>
                  <a:pt x="3" y="14"/>
                  <a:pt x="0" y="22"/>
                  <a:pt x="0" y="31"/>
                </a:cubicBezTo>
                <a:cubicBezTo>
                  <a:pt x="0" y="38"/>
                  <a:pt x="3" y="46"/>
                  <a:pt x="9" y="52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2264040" y="7225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8" y="60"/>
                  <a:pt x="45" y="57"/>
                  <a:pt x="51" y="52"/>
                </a:cubicBezTo>
                <a:cubicBezTo>
                  <a:pt x="57" y="46"/>
                  <a:pt x="60" y="39"/>
                  <a:pt x="60" y="31"/>
                </a:cubicBezTo>
                <a:cubicBezTo>
                  <a:pt x="60" y="22"/>
                  <a:pt x="57" y="14"/>
                  <a:pt x="51" y="9"/>
                </a:cubicBezTo>
                <a:cubicBezTo>
                  <a:pt x="45" y="3"/>
                  <a:pt x="38" y="0"/>
                  <a:pt x="30" y="0"/>
                </a:cubicBezTo>
                <a:cubicBezTo>
                  <a:pt x="22" y="0"/>
                  <a:pt x="14" y="3"/>
                  <a:pt x="9" y="9"/>
                </a:cubicBezTo>
                <a:cubicBezTo>
                  <a:pt x="3" y="14"/>
                  <a:pt x="0" y="22"/>
                  <a:pt x="0" y="31"/>
                </a:cubicBezTo>
                <a:cubicBezTo>
                  <a:pt x="0" y="39"/>
                  <a:pt x="3" y="46"/>
                  <a:pt x="9" y="52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264040" y="71280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30" y="60"/>
                </a:moveTo>
                <a:cubicBezTo>
                  <a:pt x="38" y="60"/>
                  <a:pt x="45" y="57"/>
                  <a:pt x="51" y="50"/>
                </a:cubicBezTo>
                <a:cubicBezTo>
                  <a:pt x="57" y="45"/>
                  <a:pt x="61" y="37"/>
                  <a:pt x="61" y="29"/>
                </a:cubicBezTo>
                <a:cubicBezTo>
                  <a:pt x="61" y="21"/>
                  <a:pt x="57" y="14"/>
                  <a:pt x="51" y="8"/>
                </a:cubicBezTo>
                <a:cubicBezTo>
                  <a:pt x="45" y="3"/>
                  <a:pt x="38" y="0"/>
                  <a:pt x="30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7"/>
                  <a:pt x="3" y="45"/>
                  <a:pt x="9" y="50"/>
                </a:cubicBezTo>
                <a:cubicBezTo>
                  <a:pt x="15" y="57"/>
                  <a:pt x="22" y="60"/>
                  <a:pt x="30" y="60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260800" y="7027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31" y="61"/>
                </a:moveTo>
                <a:cubicBezTo>
                  <a:pt x="39" y="61"/>
                  <a:pt x="46" y="58"/>
                  <a:pt x="52" y="52"/>
                </a:cubicBezTo>
                <a:cubicBezTo>
                  <a:pt x="58" y="47"/>
                  <a:pt x="61" y="39"/>
                  <a:pt x="61" y="31"/>
                </a:cubicBezTo>
                <a:cubicBezTo>
                  <a:pt x="61" y="22"/>
                  <a:pt x="58" y="15"/>
                  <a:pt x="52" y="9"/>
                </a:cubicBezTo>
                <a:cubicBezTo>
                  <a:pt x="46" y="4"/>
                  <a:pt x="39" y="0"/>
                  <a:pt x="31" y="0"/>
                </a:cubicBezTo>
                <a:cubicBezTo>
                  <a:pt x="23" y="0"/>
                  <a:pt x="16" y="4"/>
                  <a:pt x="10" y="9"/>
                </a:cubicBezTo>
                <a:cubicBezTo>
                  <a:pt x="5" y="15"/>
                  <a:pt x="0" y="22"/>
                  <a:pt x="0" y="31"/>
                </a:cubicBezTo>
                <a:cubicBezTo>
                  <a:pt x="0" y="39"/>
                  <a:pt x="5" y="47"/>
                  <a:pt x="10" y="52"/>
                </a:cubicBezTo>
                <a:cubicBezTo>
                  <a:pt x="16" y="58"/>
                  <a:pt x="23" y="61"/>
                  <a:pt x="31" y="61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263320" y="6670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29" y="61"/>
                </a:moveTo>
                <a:cubicBezTo>
                  <a:pt x="37" y="61"/>
                  <a:pt x="45" y="57"/>
                  <a:pt x="50" y="52"/>
                </a:cubicBezTo>
                <a:cubicBezTo>
                  <a:pt x="57" y="46"/>
                  <a:pt x="60" y="39"/>
                  <a:pt x="60" y="31"/>
                </a:cubicBezTo>
                <a:cubicBezTo>
                  <a:pt x="60" y="23"/>
                  <a:pt x="57" y="16"/>
                  <a:pt x="50" y="10"/>
                </a:cubicBezTo>
                <a:cubicBezTo>
                  <a:pt x="45" y="3"/>
                  <a:pt x="37" y="0"/>
                  <a:pt x="29" y="0"/>
                </a:cubicBezTo>
                <a:cubicBezTo>
                  <a:pt x="21" y="0"/>
                  <a:pt x="14" y="3"/>
                  <a:pt x="8" y="10"/>
                </a:cubicBezTo>
                <a:cubicBezTo>
                  <a:pt x="3" y="16"/>
                  <a:pt x="0" y="23"/>
                  <a:pt x="0" y="31"/>
                </a:cubicBezTo>
                <a:cubicBezTo>
                  <a:pt x="0" y="39"/>
                  <a:pt x="3" y="46"/>
                  <a:pt x="8" y="52"/>
                </a:cubicBezTo>
                <a:cubicBezTo>
                  <a:pt x="14" y="57"/>
                  <a:pt x="21" y="61"/>
                  <a:pt x="29" y="61"/>
                </a:cubicBezTo>
                <a:close/>
              </a:path>
            </a:pathLst>
          </a:custGeom>
          <a:solidFill>
            <a:srgbClr val="5b9bd5"/>
          </a:solidFill>
          <a:ln w="12600">
            <a:solidFill>
              <a:srgbClr val="5b9bd5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262240" y="512640"/>
            <a:ext cx="21960" cy="222480"/>
          </a:xfrm>
          <a:custGeom>
            <a:avLst/>
            <a:gdLst/>
            <a:ahLst/>
            <a:rect l="0" t="0" r="r" b="b"/>
            <a:pathLst>
              <a:path fill="none" w="61" h="618">
                <a:moveTo>
                  <a:pt x="38" y="618"/>
                </a:moveTo>
                <a:lnTo>
                  <a:pt x="39" y="615"/>
                </a:lnTo>
                <a:lnTo>
                  <a:pt x="41" y="611"/>
                </a:lnTo>
                <a:lnTo>
                  <a:pt x="42" y="607"/>
                </a:lnTo>
                <a:lnTo>
                  <a:pt x="43" y="603"/>
                </a:lnTo>
                <a:lnTo>
                  <a:pt x="45" y="600"/>
                </a:lnTo>
                <a:lnTo>
                  <a:pt x="47" y="546"/>
                </a:lnTo>
                <a:lnTo>
                  <a:pt x="49" y="493"/>
                </a:lnTo>
                <a:lnTo>
                  <a:pt x="51" y="440"/>
                </a:lnTo>
                <a:lnTo>
                  <a:pt x="53" y="386"/>
                </a:lnTo>
                <a:lnTo>
                  <a:pt x="55" y="333"/>
                </a:lnTo>
                <a:lnTo>
                  <a:pt x="56" y="315"/>
                </a:lnTo>
                <a:lnTo>
                  <a:pt x="57" y="297"/>
                </a:lnTo>
                <a:lnTo>
                  <a:pt x="58" y="278"/>
                </a:lnTo>
                <a:lnTo>
                  <a:pt x="60" y="260"/>
                </a:lnTo>
                <a:lnTo>
                  <a:pt x="61" y="242"/>
                </a:lnTo>
                <a:lnTo>
                  <a:pt x="48" y="202"/>
                </a:lnTo>
                <a:lnTo>
                  <a:pt x="36" y="162"/>
                </a:lnTo>
                <a:lnTo>
                  <a:pt x="24" y="122"/>
                </a:lnTo>
                <a:lnTo>
                  <a:pt x="12" y="81"/>
                </a:lnTo>
                <a:lnTo>
                  <a:pt x="0" y="41"/>
                </a:lnTo>
                <a:lnTo>
                  <a:pt x="10" y="32"/>
                </a:lnTo>
                <a:lnTo>
                  <a:pt x="19" y="24"/>
                </a:lnTo>
                <a:lnTo>
                  <a:pt x="29" y="16"/>
                </a:lnTo>
                <a:lnTo>
                  <a:pt x="38" y="8"/>
                </a:lnTo>
                <a:lnTo>
                  <a:pt x="48" y="0"/>
                </a:lnTo>
              </a:path>
            </a:pathLst>
          </a:custGeom>
          <a:ln cap="sq" w="16200">
            <a:solidFill>
              <a:srgbClr val="1f4e79"/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482200" y="3207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1160">
            <a:solidFill>
              <a:srgbClr val="17233b"/>
            </a:solidFill>
            <a:custDash>
              <a:ds d="132258" sp="132258"/>
            </a:custDash>
            <a:round/>
          </a:ln>
        </p:spPr>
        <p:txBody>
          <a:bodyPr lIns="5400" rIns="5400" tIns="-4680" bIns="-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265120" y="724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30" y="60"/>
                </a:moveTo>
                <a:cubicBezTo>
                  <a:pt x="37" y="60"/>
                  <a:pt x="45" y="57"/>
                  <a:pt x="52" y="51"/>
                </a:cubicBezTo>
                <a:cubicBezTo>
                  <a:pt x="57" y="46"/>
                  <a:pt x="60" y="38"/>
                  <a:pt x="60" y="30"/>
                </a:cubicBezTo>
                <a:cubicBezTo>
                  <a:pt x="60" y="22"/>
                  <a:pt x="57" y="14"/>
                  <a:pt x="52" y="8"/>
                </a:cubicBezTo>
                <a:cubicBezTo>
                  <a:pt x="45" y="3"/>
                  <a:pt x="37" y="0"/>
                  <a:pt x="30" y="0"/>
                </a:cubicBezTo>
                <a:cubicBezTo>
                  <a:pt x="22" y="0"/>
                  <a:pt x="14" y="3"/>
                  <a:pt x="9" y="8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8"/>
                  <a:pt x="3" y="46"/>
                  <a:pt x="9" y="51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267640" y="71748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30" y="60"/>
                </a:moveTo>
                <a:cubicBezTo>
                  <a:pt x="38" y="60"/>
                  <a:pt x="46" y="57"/>
                  <a:pt x="52" y="52"/>
                </a:cubicBezTo>
                <a:cubicBezTo>
                  <a:pt x="57" y="46"/>
                  <a:pt x="61" y="37"/>
                  <a:pt x="61" y="30"/>
                </a:cubicBezTo>
                <a:cubicBezTo>
                  <a:pt x="61" y="22"/>
                  <a:pt x="57" y="14"/>
                  <a:pt x="52" y="9"/>
                </a:cubicBezTo>
                <a:cubicBezTo>
                  <a:pt x="46" y="3"/>
                  <a:pt x="38" y="0"/>
                  <a:pt x="30" y="0"/>
                </a:cubicBezTo>
                <a:cubicBezTo>
                  <a:pt x="22" y="0"/>
                  <a:pt x="14" y="3"/>
                  <a:pt x="9" y="9"/>
                </a:cubicBezTo>
                <a:cubicBezTo>
                  <a:pt x="3" y="14"/>
                  <a:pt x="0" y="22"/>
                  <a:pt x="0" y="30"/>
                </a:cubicBezTo>
                <a:cubicBezTo>
                  <a:pt x="0" y="37"/>
                  <a:pt x="3" y="46"/>
                  <a:pt x="9" y="52"/>
                </a:cubicBezTo>
                <a:cubicBezTo>
                  <a:pt x="14" y="57"/>
                  <a:pt x="22" y="60"/>
                  <a:pt x="30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271600" y="621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29" y="61"/>
                </a:moveTo>
                <a:cubicBezTo>
                  <a:pt x="38" y="61"/>
                  <a:pt x="46" y="58"/>
                  <a:pt x="51" y="52"/>
                </a:cubicBezTo>
                <a:cubicBezTo>
                  <a:pt x="57" y="46"/>
                  <a:pt x="60" y="39"/>
                  <a:pt x="60" y="31"/>
                </a:cubicBezTo>
                <a:cubicBezTo>
                  <a:pt x="60" y="23"/>
                  <a:pt x="57" y="16"/>
                  <a:pt x="51" y="9"/>
                </a:cubicBezTo>
                <a:cubicBezTo>
                  <a:pt x="46" y="4"/>
                  <a:pt x="38" y="0"/>
                  <a:pt x="29" y="0"/>
                </a:cubicBezTo>
                <a:cubicBezTo>
                  <a:pt x="22" y="0"/>
                  <a:pt x="14" y="4"/>
                  <a:pt x="8" y="9"/>
                </a:cubicBezTo>
                <a:cubicBezTo>
                  <a:pt x="3" y="16"/>
                  <a:pt x="0" y="23"/>
                  <a:pt x="0" y="31"/>
                </a:cubicBezTo>
                <a:cubicBezTo>
                  <a:pt x="0" y="39"/>
                  <a:pt x="3" y="46"/>
                  <a:pt x="8" y="52"/>
                </a:cubicBezTo>
                <a:cubicBezTo>
                  <a:pt x="14" y="58"/>
                  <a:pt x="22" y="61"/>
                  <a:pt x="29" y="61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273040" y="58896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31" y="60"/>
                </a:moveTo>
                <a:cubicBezTo>
                  <a:pt x="39" y="60"/>
                  <a:pt x="46" y="57"/>
                  <a:pt x="52" y="51"/>
                </a:cubicBezTo>
                <a:cubicBezTo>
                  <a:pt x="57" y="45"/>
                  <a:pt x="61" y="37"/>
                  <a:pt x="61" y="29"/>
                </a:cubicBezTo>
                <a:cubicBezTo>
                  <a:pt x="61" y="21"/>
                  <a:pt x="57" y="14"/>
                  <a:pt x="52" y="8"/>
                </a:cubicBezTo>
                <a:cubicBezTo>
                  <a:pt x="46" y="3"/>
                  <a:pt x="39" y="0"/>
                  <a:pt x="31" y="0"/>
                </a:cubicBezTo>
                <a:cubicBezTo>
                  <a:pt x="22" y="0"/>
                  <a:pt x="14" y="3"/>
                  <a:pt x="9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7"/>
                  <a:pt x="3" y="45"/>
                  <a:pt x="9" y="51"/>
                </a:cubicBezTo>
                <a:cubicBezTo>
                  <a:pt x="14" y="57"/>
                  <a:pt x="22" y="60"/>
                  <a:pt x="31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251440" y="51660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31" y="60"/>
                </a:moveTo>
                <a:cubicBezTo>
                  <a:pt x="39" y="60"/>
                  <a:pt x="46" y="57"/>
                  <a:pt x="52" y="52"/>
                </a:cubicBezTo>
                <a:cubicBezTo>
                  <a:pt x="57" y="46"/>
                  <a:pt x="61" y="38"/>
                  <a:pt x="61" y="31"/>
                </a:cubicBezTo>
                <a:cubicBezTo>
                  <a:pt x="61" y="23"/>
                  <a:pt x="57" y="15"/>
                  <a:pt x="52" y="9"/>
                </a:cubicBezTo>
                <a:cubicBezTo>
                  <a:pt x="46" y="3"/>
                  <a:pt x="39" y="0"/>
                  <a:pt x="31" y="0"/>
                </a:cubicBezTo>
                <a:cubicBezTo>
                  <a:pt x="22" y="0"/>
                  <a:pt x="15" y="3"/>
                  <a:pt x="9" y="9"/>
                </a:cubicBezTo>
                <a:cubicBezTo>
                  <a:pt x="3" y="15"/>
                  <a:pt x="0" y="23"/>
                  <a:pt x="0" y="31"/>
                </a:cubicBezTo>
                <a:cubicBezTo>
                  <a:pt x="0" y="38"/>
                  <a:pt x="3" y="46"/>
                  <a:pt x="9" y="52"/>
                </a:cubicBezTo>
                <a:cubicBezTo>
                  <a:pt x="15" y="57"/>
                  <a:pt x="22" y="60"/>
                  <a:pt x="31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268720" y="50184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30" y="60"/>
                </a:moveTo>
                <a:cubicBezTo>
                  <a:pt x="38" y="60"/>
                  <a:pt x="46" y="57"/>
                  <a:pt x="52" y="51"/>
                </a:cubicBezTo>
                <a:cubicBezTo>
                  <a:pt x="58" y="45"/>
                  <a:pt x="61" y="37"/>
                  <a:pt x="61" y="30"/>
                </a:cubicBezTo>
                <a:cubicBezTo>
                  <a:pt x="61" y="22"/>
                  <a:pt x="58" y="14"/>
                  <a:pt x="52" y="9"/>
                </a:cubicBezTo>
                <a:cubicBezTo>
                  <a:pt x="46" y="3"/>
                  <a:pt x="38" y="0"/>
                  <a:pt x="30" y="0"/>
                </a:cubicBezTo>
                <a:cubicBezTo>
                  <a:pt x="22" y="0"/>
                  <a:pt x="15" y="3"/>
                  <a:pt x="9" y="9"/>
                </a:cubicBezTo>
                <a:cubicBezTo>
                  <a:pt x="4" y="14"/>
                  <a:pt x="0" y="22"/>
                  <a:pt x="0" y="30"/>
                </a:cubicBezTo>
                <a:cubicBezTo>
                  <a:pt x="0" y="37"/>
                  <a:pt x="4" y="45"/>
                  <a:pt x="9" y="51"/>
                </a:cubicBezTo>
                <a:cubicBezTo>
                  <a:pt x="15" y="57"/>
                  <a:pt x="22" y="60"/>
                  <a:pt x="30" y="60"/>
                </a:cubicBezTo>
                <a:close/>
              </a:path>
            </a:pathLst>
          </a:cu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444040" y="281520"/>
            <a:ext cx="76320" cy="72720"/>
          </a:xfrm>
          <a:custGeom>
            <a:avLst/>
            <a:gdLst/>
            <a:ahLst/>
            <a:rect l="0" t="0" r="r" b="b"/>
            <a:pathLst>
              <a:path w="212" h="202">
                <a:moveTo>
                  <a:pt x="107" y="0"/>
                </a:moveTo>
                <a:lnTo>
                  <a:pt x="82" y="77"/>
                </a:lnTo>
                <a:lnTo>
                  <a:pt x="0" y="77"/>
                </a:lnTo>
                <a:lnTo>
                  <a:pt x="65" y="125"/>
                </a:lnTo>
                <a:lnTo>
                  <a:pt x="40" y="202"/>
                </a:lnTo>
                <a:lnTo>
                  <a:pt x="107" y="155"/>
                </a:lnTo>
                <a:lnTo>
                  <a:pt x="172" y="202"/>
                </a:lnTo>
                <a:lnTo>
                  <a:pt x="147" y="125"/>
                </a:lnTo>
                <a:lnTo>
                  <a:pt x="212" y="77"/>
                </a:lnTo>
                <a:lnTo>
                  <a:pt x="132" y="77"/>
                </a:lnTo>
                <a:lnTo>
                  <a:pt x="107" y="0"/>
                </a:lnTo>
                <a:close/>
              </a:path>
            </a:pathLst>
          </a:custGeom>
          <a:solidFill>
            <a:srgbClr val="17233b"/>
          </a:solidFill>
          <a:ln w="5040">
            <a:solidFill>
              <a:srgbClr val="ffffff"/>
            </a:solidFill>
            <a:bevel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245680" y="704880"/>
            <a:ext cx="60480" cy="60480"/>
          </a:xfrm>
          <a:custGeom>
            <a:avLst/>
            <a:gdLst/>
            <a:ahLst/>
            <a:rect l="0" t="0" r="r" b="b"/>
            <a:pathLst>
              <a:path w="168" h="168">
                <a:moveTo>
                  <a:pt x="84" y="0"/>
                </a:moveTo>
                <a:lnTo>
                  <a:pt x="0" y="168"/>
                </a:lnTo>
                <a:lnTo>
                  <a:pt x="168" y="168"/>
                </a:lnTo>
                <a:lnTo>
                  <a:pt x="84" y="0"/>
                </a:lnTo>
                <a:close/>
              </a:path>
            </a:pathLst>
          </a:custGeom>
          <a:solidFill>
            <a:srgbClr val="0b0b0b"/>
          </a:solidFill>
          <a:ln w="12600">
            <a:solidFill>
              <a:srgbClr val="0b0b0b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306720" y="1178280"/>
            <a:ext cx="986400" cy="998280"/>
          </a:xfrm>
          <a:custGeom>
            <a:avLst/>
            <a:gdLst/>
            <a:ahLst/>
            <a:rect l="0" t="0" r="r" b="b"/>
            <a:pathLst>
              <a:path w="2740" h="2773">
                <a:moveTo>
                  <a:pt x="0" y="2773"/>
                </a:moveTo>
                <a:lnTo>
                  <a:pt x="2740" y="2773"/>
                </a:lnTo>
                <a:lnTo>
                  <a:pt x="2740" y="0"/>
                </a:lnTo>
                <a:lnTo>
                  <a:pt x="0" y="0"/>
                </a:lnTo>
                <a:lnTo>
                  <a:pt x="0" y="27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06720" y="1223640"/>
            <a:ext cx="183240" cy="100440"/>
          </a:xfrm>
          <a:custGeom>
            <a:avLst/>
            <a:gdLst/>
            <a:ahLst/>
            <a:rect l="0" t="0" r="r" b="b"/>
            <a:pathLst>
              <a:path w="509" h="279">
                <a:moveTo>
                  <a:pt x="0" y="279"/>
                </a:moveTo>
                <a:lnTo>
                  <a:pt x="509" y="279"/>
                </a:lnTo>
                <a:lnTo>
                  <a:pt x="509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2e7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489600" y="1223640"/>
            <a:ext cx="30960" cy="100440"/>
          </a:xfrm>
          <a:custGeom>
            <a:avLst/>
            <a:gdLst/>
            <a:ahLst/>
            <a:rect l="0" t="0" r="r" b="b"/>
            <a:pathLst>
              <a:path w="86" h="279">
                <a:moveTo>
                  <a:pt x="0" y="279"/>
                </a:moveTo>
                <a:lnTo>
                  <a:pt x="86" y="279"/>
                </a:lnTo>
                <a:lnTo>
                  <a:pt x="86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c9d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20200" y="1223640"/>
            <a:ext cx="15480" cy="100440"/>
          </a:xfrm>
          <a:custGeom>
            <a:avLst/>
            <a:gdLst/>
            <a:ahLst/>
            <a:rect l="0" t="0" r="r" b="b"/>
            <a:pathLst>
              <a:path w="43" h="279">
                <a:moveTo>
                  <a:pt x="0" y="279"/>
                </a:moveTo>
                <a:lnTo>
                  <a:pt x="43" y="279"/>
                </a:lnTo>
                <a:lnTo>
                  <a:pt x="43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1723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306720" y="1385280"/>
            <a:ext cx="15840" cy="100440"/>
          </a:xfrm>
          <a:custGeom>
            <a:avLst/>
            <a:gdLst/>
            <a:ahLst/>
            <a:rect l="0" t="0" r="r" b="b"/>
            <a:pathLst>
              <a:path w="44" h="279">
                <a:moveTo>
                  <a:pt x="0" y="279"/>
                </a:moveTo>
                <a:lnTo>
                  <a:pt x="44" y="279"/>
                </a:lnTo>
                <a:lnTo>
                  <a:pt x="44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2e7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22200" y="1385280"/>
            <a:ext cx="0" cy="100080"/>
          </a:xfrm>
          <a:custGeom>
            <a:avLst/>
            <a:gdLst/>
            <a:ahLst/>
            <a:rect l="0" t="0" r="r" b="b"/>
            <a:pathLst>
              <a:path w="0" h="278">
                <a:moveTo>
                  <a:pt x="0" y="278"/>
                </a:moveTo>
                <a:lnTo>
                  <a:pt x="0" y="0"/>
                </a:lnTo>
                <a:lnTo>
                  <a:pt x="0" y="278"/>
                </a:lnTo>
                <a:close/>
              </a:path>
            </a:pathLst>
          </a:custGeom>
          <a:solidFill>
            <a:srgbClr val="c9d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322200" y="1385280"/>
            <a:ext cx="0" cy="100080"/>
          </a:xfrm>
          <a:custGeom>
            <a:avLst/>
            <a:gdLst/>
            <a:ahLst/>
            <a:rect l="0" t="0" r="r" b="b"/>
            <a:pathLst>
              <a:path w="0" h="278">
                <a:moveTo>
                  <a:pt x="0" y="278"/>
                </a:moveTo>
                <a:lnTo>
                  <a:pt x="0" y="0"/>
                </a:lnTo>
                <a:lnTo>
                  <a:pt x="0" y="278"/>
                </a:lnTo>
                <a:close/>
              </a:path>
            </a:pathLst>
          </a:custGeom>
          <a:solidFill>
            <a:srgbClr val="1723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306720" y="1546560"/>
            <a:ext cx="168120" cy="100440"/>
          </a:xfrm>
          <a:custGeom>
            <a:avLst/>
            <a:gdLst/>
            <a:ahLst/>
            <a:rect l="0" t="0" r="r" b="b"/>
            <a:pathLst>
              <a:path w="467" h="279">
                <a:moveTo>
                  <a:pt x="0" y="279"/>
                </a:moveTo>
                <a:lnTo>
                  <a:pt x="467" y="279"/>
                </a:lnTo>
                <a:lnTo>
                  <a:pt x="467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2e7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474480" y="1546560"/>
            <a:ext cx="106920" cy="100440"/>
          </a:xfrm>
          <a:custGeom>
            <a:avLst/>
            <a:gdLst/>
            <a:ahLst/>
            <a:rect l="0" t="0" r="r" b="b"/>
            <a:pathLst>
              <a:path w="297" h="279">
                <a:moveTo>
                  <a:pt x="0" y="279"/>
                </a:moveTo>
                <a:lnTo>
                  <a:pt x="297" y="279"/>
                </a:lnTo>
                <a:lnTo>
                  <a:pt x="297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c9d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581040" y="1546560"/>
            <a:ext cx="61560" cy="100440"/>
          </a:xfrm>
          <a:custGeom>
            <a:avLst/>
            <a:gdLst/>
            <a:ahLst/>
            <a:rect l="0" t="0" r="r" b="b"/>
            <a:pathLst>
              <a:path w="171" h="279">
                <a:moveTo>
                  <a:pt x="0" y="279"/>
                </a:moveTo>
                <a:lnTo>
                  <a:pt x="171" y="279"/>
                </a:lnTo>
                <a:lnTo>
                  <a:pt x="171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1723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06720" y="1707840"/>
            <a:ext cx="153000" cy="100440"/>
          </a:xfrm>
          <a:custGeom>
            <a:avLst/>
            <a:gdLst/>
            <a:ahLst/>
            <a:rect l="0" t="0" r="r" b="b"/>
            <a:pathLst>
              <a:path w="425" h="279">
                <a:moveTo>
                  <a:pt x="0" y="279"/>
                </a:moveTo>
                <a:lnTo>
                  <a:pt x="425" y="279"/>
                </a:lnTo>
                <a:lnTo>
                  <a:pt x="425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2e7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459360" y="1707840"/>
            <a:ext cx="198360" cy="100440"/>
          </a:xfrm>
          <a:custGeom>
            <a:avLst/>
            <a:gdLst/>
            <a:ahLst/>
            <a:rect l="0" t="0" r="r" b="b"/>
            <a:pathLst>
              <a:path w="551" h="279">
                <a:moveTo>
                  <a:pt x="0" y="279"/>
                </a:moveTo>
                <a:lnTo>
                  <a:pt x="551" y="279"/>
                </a:lnTo>
                <a:lnTo>
                  <a:pt x="551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c9d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57360" y="1707840"/>
            <a:ext cx="396720" cy="100440"/>
          </a:xfrm>
          <a:custGeom>
            <a:avLst/>
            <a:gdLst/>
            <a:ahLst/>
            <a:rect l="0" t="0" r="r" b="b"/>
            <a:pathLst>
              <a:path w="1102" h="279">
                <a:moveTo>
                  <a:pt x="0" y="279"/>
                </a:moveTo>
                <a:lnTo>
                  <a:pt x="1102" y="279"/>
                </a:lnTo>
                <a:lnTo>
                  <a:pt x="1102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1723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306720" y="1869480"/>
            <a:ext cx="15840" cy="100440"/>
          </a:xfrm>
          <a:custGeom>
            <a:avLst/>
            <a:gdLst/>
            <a:ahLst/>
            <a:rect l="0" t="0" r="r" b="b"/>
            <a:pathLst>
              <a:path w="44" h="279">
                <a:moveTo>
                  <a:pt x="0" y="279"/>
                </a:moveTo>
                <a:lnTo>
                  <a:pt x="44" y="279"/>
                </a:lnTo>
                <a:lnTo>
                  <a:pt x="44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2e7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22200" y="1869480"/>
            <a:ext cx="0" cy="100080"/>
          </a:xfrm>
          <a:custGeom>
            <a:avLst/>
            <a:gdLst/>
            <a:ahLst/>
            <a:rect l="0" t="0" r="r" b="b"/>
            <a:pathLst>
              <a:path w="0" h="278">
                <a:moveTo>
                  <a:pt x="0" y="278"/>
                </a:moveTo>
                <a:lnTo>
                  <a:pt x="0" y="0"/>
                </a:lnTo>
                <a:lnTo>
                  <a:pt x="0" y="278"/>
                </a:lnTo>
                <a:close/>
              </a:path>
            </a:pathLst>
          </a:custGeom>
          <a:solidFill>
            <a:srgbClr val="c9d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22200" y="1869480"/>
            <a:ext cx="30600" cy="100440"/>
          </a:xfrm>
          <a:custGeom>
            <a:avLst/>
            <a:gdLst/>
            <a:ahLst/>
            <a:rect l="0" t="0" r="r" b="b"/>
            <a:pathLst>
              <a:path w="85" h="279">
                <a:moveTo>
                  <a:pt x="0" y="279"/>
                </a:moveTo>
                <a:lnTo>
                  <a:pt x="85" y="279"/>
                </a:lnTo>
                <a:lnTo>
                  <a:pt x="85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1723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06720" y="2030760"/>
            <a:ext cx="0" cy="100080"/>
          </a:xfrm>
          <a:custGeom>
            <a:avLst/>
            <a:gdLst/>
            <a:ahLst/>
            <a:rect l="0" t="0" r="r" b="b"/>
            <a:pathLst>
              <a:path w="0" h="278">
                <a:moveTo>
                  <a:pt x="0" y="278"/>
                </a:moveTo>
                <a:lnTo>
                  <a:pt x="0" y="0"/>
                </a:lnTo>
                <a:lnTo>
                  <a:pt x="0" y="278"/>
                </a:lnTo>
                <a:close/>
              </a:path>
            </a:pathLst>
          </a:custGeom>
          <a:solidFill>
            <a:srgbClr val="2e75b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06720" y="2030760"/>
            <a:ext cx="15840" cy="100440"/>
          </a:xfrm>
          <a:custGeom>
            <a:avLst/>
            <a:gdLst/>
            <a:ahLst/>
            <a:rect l="0" t="0" r="r" b="b"/>
            <a:pathLst>
              <a:path w="44" h="279">
                <a:moveTo>
                  <a:pt x="0" y="279"/>
                </a:moveTo>
                <a:lnTo>
                  <a:pt x="44" y="279"/>
                </a:lnTo>
                <a:lnTo>
                  <a:pt x="44" y="0"/>
                </a:lnTo>
                <a:lnTo>
                  <a:pt x="0" y="0"/>
                </a:lnTo>
                <a:lnTo>
                  <a:pt x="0" y="279"/>
                </a:lnTo>
                <a:close/>
              </a:path>
            </a:pathLst>
          </a:custGeom>
          <a:solidFill>
            <a:srgbClr val="c9d3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322200" y="2030760"/>
            <a:ext cx="0" cy="100080"/>
          </a:xfrm>
          <a:custGeom>
            <a:avLst/>
            <a:gdLst/>
            <a:ahLst/>
            <a:rect l="0" t="0" r="r" b="b"/>
            <a:pathLst>
              <a:path w="0" h="278">
                <a:moveTo>
                  <a:pt x="0" y="278"/>
                </a:moveTo>
                <a:lnTo>
                  <a:pt x="0" y="0"/>
                </a:lnTo>
                <a:lnTo>
                  <a:pt x="0" y="278"/>
                </a:lnTo>
                <a:close/>
              </a:path>
            </a:pathLst>
          </a:custGeom>
          <a:solidFill>
            <a:srgbClr val="17233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30672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06720" y="2176200"/>
            <a:ext cx="0" cy="255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766160" y="19440"/>
            <a:ext cx="8344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30" spc="-1" strike="noStrike">
                <a:solidFill>
                  <a:srgbClr val="000000"/>
                </a:solidFill>
                <a:latin typeface="NimbusRoman"/>
                <a:ea typeface="NimbusRoman"/>
              </a:rPr>
              <a:t>(b) moved towards: DDv2</a:t>
            </a:r>
            <a:endParaRPr b="0" lang="en-US" sz="6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6116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11640" y="2176200"/>
            <a:ext cx="0" cy="255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290520" y="2251440"/>
            <a:ext cx="6552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91656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916560" y="2176200"/>
            <a:ext cx="0" cy="255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578880" y="225144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20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22148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221480" y="2176200"/>
            <a:ext cx="0" cy="255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83800" y="225144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40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188720" y="225144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60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378000" y="2322360"/>
            <a:ext cx="837360" cy="73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80" spc="-1" strike="noStrike">
                <a:solidFill>
                  <a:srgbClr val="000000"/>
                </a:solidFill>
                <a:latin typeface="NimbusRoman"/>
                <a:ea typeface="NimbusRoman"/>
              </a:rPr>
              <a:t>cells in the avoidance region</a:t>
            </a:r>
            <a:endParaRPr b="0" lang="en-US" sz="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92600" y="1253880"/>
            <a:ext cx="950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DD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70640" y="1415160"/>
            <a:ext cx="1166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LTF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26720" y="1576800"/>
            <a:ext cx="16092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DDv2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4480" y="1738080"/>
            <a:ext cx="26280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SimLingo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20520" y="1899720"/>
            <a:ext cx="2660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AutoVLA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 flipV="1">
            <a:off x="306720" y="1178280"/>
            <a:ext cx="0" cy="99792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306720" y="2176200"/>
            <a:ext cx="986040" cy="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3680" y="2061000"/>
            <a:ext cx="27360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Alpamayo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544680" y="1247760"/>
            <a:ext cx="145440" cy="6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00" spc="-1" strike="noStrike">
                <a:solidFill>
                  <a:srgbClr val="52514e"/>
                </a:solidFill>
                <a:latin typeface="NimbusRoman"/>
                <a:ea typeface="NimbusRoman"/>
              </a:rPr>
              <a:t>12/15</a:t>
            </a:r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331560" y="1409400"/>
            <a:ext cx="81360" cy="6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00" spc="-1" strike="noStrike">
                <a:solidFill>
                  <a:srgbClr val="52514e"/>
                </a:solidFill>
                <a:latin typeface="NimbusRoman"/>
                <a:ea typeface="NimbusRoman"/>
              </a:rPr>
              <a:t>1/1</a:t>
            </a:r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651600" y="1570680"/>
            <a:ext cx="145440" cy="6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00" spc="-1" strike="noStrike">
                <a:solidFill>
                  <a:srgbClr val="52514e"/>
                </a:solidFill>
                <a:latin typeface="NimbusRoman"/>
                <a:ea typeface="NimbusRoman"/>
              </a:rPr>
              <a:t>11/22</a:t>
            </a:r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063080" y="1732320"/>
            <a:ext cx="145440" cy="6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00" spc="-1" strike="noStrike">
                <a:solidFill>
                  <a:srgbClr val="52514e"/>
                </a:solidFill>
                <a:latin typeface="NimbusRoman"/>
                <a:ea typeface="NimbusRoman"/>
              </a:rPr>
              <a:t>10/49</a:t>
            </a:r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361800" y="1893600"/>
            <a:ext cx="81360" cy="6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00" spc="-1" strike="noStrike">
                <a:solidFill>
                  <a:srgbClr val="52514e"/>
                </a:solidFill>
                <a:latin typeface="NimbusRoman"/>
                <a:ea typeface="NimbusRoman"/>
              </a:rPr>
              <a:t>1/3</a:t>
            </a:r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31560" y="2055240"/>
            <a:ext cx="81360" cy="6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00" spc="-1" strike="noStrike">
                <a:solidFill>
                  <a:srgbClr val="52514e"/>
                </a:solidFill>
                <a:latin typeface="NimbusRoman"/>
                <a:ea typeface="NimbusRoman"/>
              </a:rPr>
              <a:t>0/1</a:t>
            </a:r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765800" y="1178280"/>
            <a:ext cx="986400" cy="998280"/>
          </a:xfrm>
          <a:custGeom>
            <a:avLst/>
            <a:gdLst/>
            <a:ahLst/>
            <a:rect l="0" t="0" r="r" b="b"/>
            <a:pathLst>
              <a:path w="2740" h="2773">
                <a:moveTo>
                  <a:pt x="0" y="2773"/>
                </a:moveTo>
                <a:lnTo>
                  <a:pt x="2740" y="2773"/>
                </a:lnTo>
                <a:lnTo>
                  <a:pt x="2740" y="0"/>
                </a:lnTo>
                <a:lnTo>
                  <a:pt x="0" y="0"/>
                </a:lnTo>
                <a:lnTo>
                  <a:pt x="0" y="277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776240" y="1147320"/>
            <a:ext cx="508680" cy="470160"/>
          </a:xfrm>
          <a:custGeom>
            <a:avLst/>
            <a:gdLst/>
            <a:ahLst/>
            <a:rect l="0" t="0" r="r" b="b"/>
            <a:pathLst>
              <a:path w="1413" h="1306">
                <a:moveTo>
                  <a:pt x="0" y="0"/>
                </a:moveTo>
                <a:lnTo>
                  <a:pt x="0" y="1306"/>
                </a:lnTo>
                <a:lnTo>
                  <a:pt x="1413" y="1306"/>
                </a:lnTo>
                <a:lnTo>
                  <a:pt x="1413" y="0"/>
                </a:lnTo>
                <a:lnTo>
                  <a:pt x="0" y="0"/>
                </a:lnTo>
                <a:close/>
              </a:path>
            </a:pathLst>
          </a:custGeom>
          <a:solidFill>
            <a:srgbClr val="e9f0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2284560" y="1147320"/>
            <a:ext cx="435960" cy="470160"/>
          </a:xfrm>
          <a:custGeom>
            <a:avLst/>
            <a:gdLst/>
            <a:ahLst/>
            <a:rect l="0" t="0" r="r" b="b"/>
            <a:pathLst>
              <a:path w="1211" h="1306">
                <a:moveTo>
                  <a:pt x="0" y="0"/>
                </a:moveTo>
                <a:lnTo>
                  <a:pt x="0" y="1306"/>
                </a:lnTo>
                <a:lnTo>
                  <a:pt x="1211" y="0"/>
                </a:lnTo>
                <a:lnTo>
                  <a:pt x="0" y="0"/>
                </a:lnTo>
                <a:close/>
              </a:path>
            </a:pathLst>
          </a:custGeom>
          <a:solidFill>
            <a:srgbClr val="e9f0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89612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896120" y="2176200"/>
            <a:ext cx="0" cy="255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07080" y="1099440"/>
            <a:ext cx="9990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000000"/>
                </a:solidFill>
                <a:latin typeface="NimbusRoman"/>
                <a:ea typeface="NimbusRoman"/>
              </a:rPr>
              <a:t>(c) how many bought clearance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832760" y="225396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900080" y="2266200"/>
            <a:ext cx="23760" cy="3600"/>
          </a:xfrm>
          <a:custGeom>
            <a:avLst/>
            <a:gdLst/>
            <a:ahLst/>
            <a:rect l="0" t="0" r="r" b="b"/>
            <a:pathLst>
              <a:path w="66" h="10">
                <a:moveTo>
                  <a:pt x="66" y="10"/>
                </a:moveTo>
                <a:lnTo>
                  <a:pt x="66" y="0"/>
                </a:lnTo>
                <a:lnTo>
                  <a:pt x="0" y="0"/>
                </a:lnTo>
                <a:lnTo>
                  <a:pt x="0" y="10"/>
                </a:lnTo>
                <a:lnTo>
                  <a:pt x="66" y="1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12472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124720" y="2176200"/>
            <a:ext cx="0" cy="255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924920" y="2248200"/>
            <a:ext cx="457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0" spc="-1" strike="noStrike">
                <a:solidFill>
                  <a:srgbClr val="52514e"/>
                </a:solidFill>
                <a:latin typeface="NimbusRoman"/>
                <a:ea typeface="NimbusRoman"/>
              </a:rPr>
              <a:t>2</a:t>
            </a:r>
            <a:endParaRPr b="0" lang="en-US" sz="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2061360" y="225396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129040" y="2266200"/>
            <a:ext cx="23760" cy="3600"/>
          </a:xfrm>
          <a:custGeom>
            <a:avLst/>
            <a:gdLst/>
            <a:ahLst/>
            <a:rect l="0" t="0" r="r" b="b"/>
            <a:pathLst>
              <a:path w="66" h="10">
                <a:moveTo>
                  <a:pt x="66" y="10"/>
                </a:moveTo>
                <a:lnTo>
                  <a:pt x="66" y="0"/>
                </a:lnTo>
                <a:lnTo>
                  <a:pt x="0" y="0"/>
                </a:lnTo>
                <a:lnTo>
                  <a:pt x="0" y="10"/>
                </a:lnTo>
                <a:lnTo>
                  <a:pt x="66" y="1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35368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353680" y="2176200"/>
            <a:ext cx="0" cy="255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2153880" y="2248200"/>
            <a:ext cx="457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0" spc="-1" strike="noStrike">
                <a:solidFill>
                  <a:srgbClr val="52514e"/>
                </a:solidFill>
                <a:latin typeface="NimbusRoman"/>
                <a:ea typeface="NimbusRoman"/>
              </a:rPr>
              <a:t>1</a:t>
            </a:r>
            <a:endParaRPr b="0" lang="en-US" sz="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2302920" y="225396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58228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582280" y="2176200"/>
            <a:ext cx="0" cy="2556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369160" y="2248200"/>
            <a:ext cx="457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0" spc="-1" strike="noStrike">
                <a:solidFill>
                  <a:srgbClr val="52514e"/>
                </a:solidFill>
                <a:latin typeface="NimbusRoman"/>
                <a:ea typeface="NimbusRoman"/>
              </a:rPr>
              <a:t>0</a:t>
            </a:r>
            <a:endParaRPr b="0" lang="en-US" sz="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531520" y="225396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7762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77624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8050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80504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82700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82700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84536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84536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86048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86048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87380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87380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88532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88532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96488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96488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200520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00520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0336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203364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05596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05596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07396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07396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20894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08944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10240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10240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211428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211428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219348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19348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23380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223380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26260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26260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228456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228456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30292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30292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3180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31804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33136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233136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3432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234324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24224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242244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246276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246276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249120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249120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251352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251352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53152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253152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254700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254700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256032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256032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5718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57184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65104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65104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269136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269136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72016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272016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2742120" y="2176200"/>
            <a:ext cx="0" cy="25560"/>
          </a:xfrm>
          <a:custGeom>
            <a:avLst/>
            <a:gdLst/>
            <a:ahLst/>
            <a:rect l="0" t="0" r="r" b="b"/>
            <a:pathLst>
              <a:path w="0" h="71">
                <a:moveTo>
                  <a:pt x="0" y="0"/>
                </a:move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742120" y="2176200"/>
            <a:ext cx="0" cy="2556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598120" y="2248200"/>
            <a:ext cx="457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0" spc="-1" strike="noStrike">
                <a:solidFill>
                  <a:srgbClr val="52514e"/>
                </a:solidFill>
                <a:latin typeface="NimbusRoman"/>
                <a:ea typeface="NimbusRoman"/>
              </a:rPr>
              <a:t>1</a:t>
            </a:r>
            <a:endParaRPr b="0" lang="en-US" sz="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182680" y="2305800"/>
            <a:ext cx="734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80" spc="-1" strike="noStrike">
                <a:solidFill>
                  <a:srgbClr val="000000"/>
                </a:solidFill>
                <a:latin typeface="STIXGeneral"/>
                <a:ea typeface="STIXGeneral"/>
              </a:rPr>
              <a:t>I</a:t>
            </a:r>
            <a:endParaRPr b="0" lang="en-US" sz="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740600" y="203616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 flipH="1">
            <a:off x="1740600" y="2036160"/>
            <a:ext cx="2520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2207160" y="2334240"/>
            <a:ext cx="124200" cy="73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80" spc="-1" strike="noStrike">
                <a:solidFill>
                  <a:srgbClr val="000000"/>
                </a:solidFill>
                <a:latin typeface="NimbusRoman"/>
                <a:ea typeface="NimbusRoman"/>
              </a:rPr>
              <a:t> </a:t>
            </a:r>
            <a:r>
              <a:rPr b="0" lang="en-US" sz="580" spc="-1" strike="noStrike">
                <a:solidFill>
                  <a:srgbClr val="000000"/>
                </a:solidFill>
                <a:latin typeface="NimbusRoman"/>
                <a:ea typeface="NimbusRoman"/>
              </a:rPr>
              <a:t>(m)</a:t>
            </a:r>
            <a:endParaRPr b="0" lang="en-US" sz="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569240" y="201312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636920" y="2025000"/>
            <a:ext cx="23400" cy="3600"/>
          </a:xfrm>
          <a:custGeom>
            <a:avLst/>
            <a:gdLst/>
            <a:ahLst/>
            <a:rect l="0" t="0" r="r" b="b"/>
            <a:pathLst>
              <a:path w="65" h="10">
                <a:moveTo>
                  <a:pt x="65" y="10"/>
                </a:moveTo>
                <a:lnTo>
                  <a:pt x="65" y="0"/>
                </a:lnTo>
                <a:lnTo>
                  <a:pt x="0" y="0"/>
                </a:lnTo>
                <a:lnTo>
                  <a:pt x="0" y="10"/>
                </a:lnTo>
                <a:lnTo>
                  <a:pt x="65" y="1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740600" y="178920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 flipH="1">
            <a:off x="1740600" y="1789200"/>
            <a:ext cx="2520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661400" y="2007000"/>
            <a:ext cx="457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0" spc="-1" strike="noStrike">
                <a:solidFill>
                  <a:srgbClr val="52514e"/>
                </a:solidFill>
                <a:latin typeface="NimbusRoman"/>
                <a:ea typeface="NimbusRoman"/>
              </a:rPr>
              <a:t>2</a:t>
            </a:r>
            <a:endParaRPr b="0" lang="en-US" sz="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569240" y="176616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636920" y="1778400"/>
            <a:ext cx="23400" cy="3600"/>
          </a:xfrm>
          <a:custGeom>
            <a:avLst/>
            <a:gdLst/>
            <a:ahLst/>
            <a:rect l="0" t="0" r="r" b="b"/>
            <a:pathLst>
              <a:path w="65" h="10">
                <a:moveTo>
                  <a:pt x="65" y="10"/>
                </a:moveTo>
                <a:lnTo>
                  <a:pt x="65" y="0"/>
                </a:lnTo>
                <a:lnTo>
                  <a:pt x="0" y="0"/>
                </a:lnTo>
                <a:lnTo>
                  <a:pt x="0" y="10"/>
                </a:lnTo>
                <a:lnTo>
                  <a:pt x="65" y="1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740600" y="154260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 flipH="1">
            <a:off x="1740600" y="1542600"/>
            <a:ext cx="2520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661400" y="1760400"/>
            <a:ext cx="457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0" spc="-1" strike="noStrike">
                <a:solidFill>
                  <a:srgbClr val="52514e"/>
                </a:solidFill>
                <a:latin typeface="NimbusRoman"/>
                <a:ea typeface="NimbusRoman"/>
              </a:rPr>
              <a:t>1</a:t>
            </a:r>
            <a:endParaRPr b="0" lang="en-US" sz="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594440" y="151956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740600" y="129600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 flipH="1">
            <a:off x="1740600" y="1296000"/>
            <a:ext cx="25200" cy="0"/>
          </a:xfrm>
          <a:prstGeom prst="line">
            <a:avLst/>
          </a:prstGeom>
          <a:ln w="1008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661040" y="1513440"/>
            <a:ext cx="457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0" spc="-1" strike="noStrike">
                <a:solidFill>
                  <a:srgbClr val="52514e"/>
                </a:solidFill>
                <a:latin typeface="NimbusRoman"/>
                <a:ea typeface="NimbusRoman"/>
              </a:rPr>
              <a:t>0</a:t>
            </a:r>
            <a:endParaRPr b="0" lang="en-US" sz="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594440" y="1272960"/>
            <a:ext cx="6624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52514e"/>
                </a:solidFill>
                <a:latin typeface="NimbusRoman"/>
                <a:ea typeface="NimbusRoman"/>
              </a:rPr>
              <a:t>10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740600" y="216504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 flipH="1">
            <a:off x="1740600" y="216504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740600" y="213408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 flipH="1">
            <a:off x="1740600" y="213408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740600" y="21103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 flipH="1">
            <a:off x="1740600" y="21103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740600" y="209088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 flipH="1">
            <a:off x="1740600" y="209088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1740600" y="20743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 flipH="1">
            <a:off x="1740600" y="20743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740600" y="20599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 flipH="1">
            <a:off x="1740600" y="20599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740600" y="20473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 flipH="1">
            <a:off x="1740600" y="20473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740600" y="196164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 flipH="1">
            <a:off x="1740600" y="196164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740600" y="191844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 flipH="1">
            <a:off x="1740600" y="191844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740600" y="188748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 flipH="1">
            <a:off x="1740600" y="188748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740600" y="18637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 flipH="1">
            <a:off x="1740600" y="18637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1740600" y="18439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 flipH="1">
            <a:off x="1740600" y="18439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740600" y="18277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 flipH="1">
            <a:off x="1740600" y="18277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740600" y="18133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 flipH="1">
            <a:off x="1740600" y="18133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1740600" y="18007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 flipH="1">
            <a:off x="1740600" y="18007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740600" y="171504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 flipH="1">
            <a:off x="1740600" y="171504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740600" y="167184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 flipH="1">
            <a:off x="1740600" y="167184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740600" y="164088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 flipH="1">
            <a:off x="1740600" y="164088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740600" y="16171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 flipH="1">
            <a:off x="1740600" y="16171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740600" y="15973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 flipH="1">
            <a:off x="1740600" y="15973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1740600" y="158076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 flipH="1">
            <a:off x="1740600" y="158076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740600" y="15667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 flipH="1">
            <a:off x="1740600" y="15667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740600" y="15541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 flipH="1">
            <a:off x="1740600" y="15541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1740600" y="146844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 flipH="1">
            <a:off x="1740600" y="146844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740600" y="142488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 flipH="1">
            <a:off x="1740600" y="142488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1740600" y="139428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 flipH="1">
            <a:off x="1740600" y="139428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1740600" y="137016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 flipH="1">
            <a:off x="1740600" y="137016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740600" y="135072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 flipH="1">
            <a:off x="1740600" y="135072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1740600" y="133416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 flipH="1">
            <a:off x="1740600" y="133416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740600" y="131976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 flipH="1">
            <a:off x="1740600" y="131976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740600" y="130716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 flipH="1">
            <a:off x="1740600" y="130716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740600" y="122184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 flipH="1">
            <a:off x="1740600" y="122184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1740600" y="1178280"/>
            <a:ext cx="25200" cy="0"/>
          </a:xfrm>
          <a:custGeom>
            <a:avLst/>
            <a:gdLst/>
            <a:ahLst/>
            <a:rect l="0" t="0" r="r" b="b"/>
            <a:pathLst>
              <a:path w="70" h="0">
                <a:moveTo>
                  <a:pt x="70" y="0"/>
                </a:moveTo>
                <a:lnTo>
                  <a:pt x="0" y="0"/>
                </a:lnTo>
                <a:lnTo>
                  <a:pt x="70" y="0"/>
                </a:lnTo>
                <a:close/>
              </a:path>
            </a:pathLst>
          </a:custGeom>
          <a:solidFill>
            <a:srgbClr val="52514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 flipH="1">
            <a:off x="1740600" y="1178280"/>
            <a:ext cx="25200" cy="0"/>
          </a:xfrm>
          <a:prstGeom prst="line">
            <a:avLst/>
          </a:prstGeom>
          <a:ln w="7560">
            <a:solidFill>
              <a:srgbClr val="525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1661040" y="1266840"/>
            <a:ext cx="457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0" spc="-1" strike="noStrike">
                <a:solidFill>
                  <a:srgbClr val="52514e"/>
                </a:solidFill>
                <a:latin typeface="NimbusRoman"/>
                <a:ea typeface="NimbusRoman"/>
              </a:rPr>
              <a:t>1</a:t>
            </a:r>
            <a:endParaRPr b="0" lang="en-US" sz="3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 rot="16200000">
            <a:off x="1457280" y="1680120"/>
            <a:ext cx="734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80" spc="-1" strike="noStrike">
                <a:solidFill>
                  <a:srgbClr val="000000"/>
                </a:solidFill>
                <a:latin typeface="STIXGeneral"/>
                <a:ea typeface="STIXGeneral"/>
              </a:rPr>
              <a:t>F</a:t>
            </a:r>
            <a:endParaRPr b="0" lang="en-US" sz="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 flipV="1">
            <a:off x="1776240" y="1147320"/>
            <a:ext cx="944280" cy="1018080"/>
          </a:xfrm>
          <a:prstGeom prst="line">
            <a:avLst/>
          </a:prstGeom>
          <a:ln w="8640">
            <a:solidFill>
              <a:srgbClr val="6b6a62"/>
            </a:solidFill>
            <a:custDash>
              <a:ds d="308333" sp="2041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765800" y="1617120"/>
            <a:ext cx="986040" cy="0"/>
          </a:xfrm>
          <a:prstGeom prst="line">
            <a:avLst/>
          </a:prstGeom>
          <a:ln w="8640">
            <a:solidFill>
              <a:srgbClr val="9a998f"/>
            </a:solidFill>
            <a:custDash>
              <a:ds d="162500" sp="1625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 flipV="1">
            <a:off x="1765800" y="1178280"/>
            <a:ext cx="0" cy="99792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765800" y="2176200"/>
            <a:ext cx="986040" cy="0"/>
          </a:xfrm>
          <a:prstGeom prst="line">
            <a:avLst/>
          </a:prstGeom>
          <a:ln cap="sq" w="7560">
            <a:solidFill>
              <a:srgbClr val="52514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-3600" bIns="-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2380680" y="2032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1"/>
                  <a:pt x="9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2186280" y="2125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4" y="14"/>
                  <a:pt x="0" y="21"/>
                  <a:pt x="0" y="29"/>
                </a:cubicBezTo>
                <a:cubicBezTo>
                  <a:pt x="0" y="36"/>
                  <a:pt x="4" y="43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2103840" y="2074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21592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2360520" y="1932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2305080" y="1871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2173320" y="20822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2169360" y="2153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20484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2127600" y="1683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2359800" y="15386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21459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184840" y="16995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134800" y="1707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21747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2407320" y="14299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2385000" y="1896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22489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1373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2274120" y="1588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2166840" y="1707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4" y="2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2"/>
                  <a:pt x="9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2139480" y="2014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128680" y="15249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6" y="9"/>
                </a:cubicBezTo>
                <a:cubicBezTo>
                  <a:pt x="41" y="2"/>
                  <a:pt x="34" y="0"/>
                  <a:pt x="27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2354760" y="1981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2135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168280" y="21196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3"/>
                  <a:pt x="55" y="36"/>
                  <a:pt x="55" y="28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212200" y="2003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2157480" y="2121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2221920" y="2112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2250000" y="21002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5" y="0"/>
                  <a:pt x="28" y="0"/>
                </a:cubicBezTo>
                <a:cubicBezTo>
                  <a:pt x="20" y="0"/>
                  <a:pt x="14" y="2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2175840" y="2021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161440" y="2120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2178360" y="2124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2406600" y="2023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21510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2150280" y="1526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2"/>
                  <a:pt x="46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2159280" y="1671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0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2277360" y="17899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2287440" y="19710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2180160" y="21510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2377440" y="19609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2111040" y="2130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2189160" y="1990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4"/>
                  <a:pt x="46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364840" y="1802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1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1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169360" y="2048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2144880" y="1661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4"/>
                  <a:pt x="36" y="0"/>
                  <a:pt x="28" y="0"/>
                </a:cubicBezTo>
                <a:cubicBezTo>
                  <a:pt x="21" y="0"/>
                  <a:pt x="14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21639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2309760" y="1615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2180880" y="20059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2194920" y="20397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2140200" y="20988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171520" y="1662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1672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2189520" y="2048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2332440" y="1887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2190240" y="2091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2411280" y="1914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2321640" y="18802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310840" y="17632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2128320" y="2155320"/>
            <a:ext cx="20520" cy="19800"/>
          </a:xfrm>
          <a:custGeom>
            <a:avLst/>
            <a:gdLst/>
            <a:ahLst/>
            <a:rect l="0" t="0" r="r" b="b"/>
            <a:pathLst>
              <a:path w="57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7" y="35"/>
                  <a:pt x="57" y="27"/>
                </a:cubicBezTo>
                <a:cubicBezTo>
                  <a:pt x="57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2401200" y="1775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3"/>
                  <a:pt x="55" y="36"/>
                  <a:pt x="55" y="29"/>
                </a:cubicBezTo>
                <a:cubicBezTo>
                  <a:pt x="55" y="21"/>
                  <a:pt x="51" y="14"/>
                  <a:pt x="46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2064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199240" y="20516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1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2060640" y="1729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2141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2334960" y="1724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5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2129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21366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2311920" y="1806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2176920" y="21416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2201760" y="1728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2168280" y="20257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2"/>
                  <a:pt x="53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2262600" y="1705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2168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21333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20700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2187000" y="1793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3"/>
                  <a:pt x="55" y="36"/>
                  <a:pt x="55" y="29"/>
                </a:cubicBezTo>
                <a:cubicBezTo>
                  <a:pt x="55" y="21"/>
                  <a:pt x="51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2197440" y="1755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2373480" y="19353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6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2152800" y="16372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2099880" y="2080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2170800" y="2084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5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2346120" y="1653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2163600" y="2029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2197800" y="1537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2166480" y="1839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21085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2113920" y="2068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2167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21398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2361600" y="1906920"/>
            <a:ext cx="20520" cy="19800"/>
          </a:xfrm>
          <a:custGeom>
            <a:avLst/>
            <a:gdLst/>
            <a:ahLst/>
            <a:rect l="0" t="0" r="r" b="b"/>
            <a:pathLst>
              <a:path w="57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7" y="35"/>
                  <a:pt x="57" y="28"/>
                </a:cubicBezTo>
                <a:cubicBezTo>
                  <a:pt x="57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21700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2153880" y="20577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3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2157120" y="20278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2"/>
                  <a:pt x="36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2357280" y="1954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2345400" y="1948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143080" y="18640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2328840" y="20628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2344680" y="1553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6" y="36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2333520" y="1987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2149560" y="2025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2100960" y="2154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2120760" y="2099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2354400" y="1948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2105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2229120" y="20019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2084760" y="2066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21776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142360" y="18068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2154240" y="2037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2154600" y="1535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3" y="42"/>
                  <a:pt x="55" y="36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2319840" y="1495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2126160" y="1710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2392200" y="1954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2"/>
                  <a:pt x="47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2239560" y="17730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216880" y="17251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21074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2135520" y="20282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2171160" y="20095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2232000" y="1771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2300400" y="16156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2305080" y="1972800"/>
            <a:ext cx="20160" cy="20520"/>
          </a:xfrm>
          <a:custGeom>
            <a:avLst/>
            <a:gdLst/>
            <a:ahLst/>
            <a:rect l="0" t="0" r="r" b="b"/>
            <a:pathLst>
              <a:path w="56" h="57">
                <a:moveTo>
                  <a:pt x="28" y="57"/>
                </a:moveTo>
                <a:cubicBezTo>
                  <a:pt x="35" y="57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7"/>
                  <a:pt x="28" y="57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2373840" y="18558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5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2" y="15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2359800" y="1690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2314800" y="1888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21531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2316600" y="16776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2248560" y="2034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21337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2174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098800" y="2129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2128320" y="2114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8"/>
                </a:cubicBezTo>
                <a:cubicBezTo>
                  <a:pt x="55" y="20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21711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1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1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2289960" y="1819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2094480" y="2140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2265120" y="2030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6" y="36"/>
                  <a:pt x="56" y="29"/>
                </a:cubicBezTo>
                <a:cubicBezTo>
                  <a:pt x="56" y="22"/>
                  <a:pt x="52" y="15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1" y="0"/>
                  <a:pt x="14" y="4"/>
                  <a:pt x="8" y="9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2161440" y="21153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2069280" y="20253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21085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2153160" y="2046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2372760" y="16815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6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2194200" y="1892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21668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2154960" y="2059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2423880" y="1567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7"/>
                </a:cubicBezTo>
                <a:cubicBezTo>
                  <a:pt x="52" y="41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1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1862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5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031480" y="2109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2" y="41"/>
                  <a:pt x="56" y="34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051280" y="19274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8"/>
                </a:cubicBezTo>
                <a:cubicBezTo>
                  <a:pt x="56" y="21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124360" y="2130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1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1"/>
                  <a:pt x="8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2175120" y="2096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295360" y="1901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2265120" y="2045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6" y="36"/>
                  <a:pt x="56" y="29"/>
                </a:cubicBezTo>
                <a:cubicBezTo>
                  <a:pt x="56" y="21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2279520" y="2110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122560" y="2145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4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2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21103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2151000" y="1892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1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1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1448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2391840" y="20329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2372040" y="1872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2252880" y="15418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154240" y="2128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152440" y="1924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342160" y="1936800"/>
            <a:ext cx="20520" cy="20160"/>
          </a:xfrm>
          <a:custGeom>
            <a:avLst/>
            <a:gdLst/>
            <a:ahLst/>
            <a:rect l="0" t="0" r="r" b="b"/>
            <a:pathLst>
              <a:path w="57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7" y="35"/>
                  <a:pt x="57" y="27"/>
                </a:cubicBezTo>
                <a:cubicBezTo>
                  <a:pt x="57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2444040" y="1427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2382480" y="17816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21733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2104200" y="21448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2320560" y="1935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2390760" y="1854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2164320" y="2151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21765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2186640" y="2155320"/>
            <a:ext cx="20520" cy="19800"/>
          </a:xfrm>
          <a:custGeom>
            <a:avLst/>
            <a:gdLst/>
            <a:ahLst/>
            <a:rect l="0" t="0" r="r" b="b"/>
            <a:pathLst>
              <a:path w="57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7" y="35"/>
                  <a:pt x="57" y="27"/>
                </a:cubicBezTo>
                <a:cubicBezTo>
                  <a:pt x="57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2052360" y="1640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2156400" y="2066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2335320" y="1921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1848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5" y="52"/>
                  <a:pt x="22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2172240" y="2076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2177280" y="20746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2084040" y="2129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2384640" y="19620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2410560" y="16362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2" y="13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2285280" y="2030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2269800" y="1474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6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2329920" y="1893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21546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2145960" y="2033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2163600" y="2042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2162520" y="1704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2412720" y="15134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2101680" y="2068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6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2093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2154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2131920" y="1843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2180880" y="2037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2131200" y="20660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2192760" y="1746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2113200" y="2044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2118240" y="2038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2328480" y="2024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2378520" y="1471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2440800" y="1405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2177280" y="2056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2127960" y="1787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5" y="53"/>
                  <a:pt x="22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2256480" y="1799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2160000" y="1523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20998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2407320" y="1999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2223720" y="16563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2175840" y="2087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2188440" y="2052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2158920" y="1920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2160360" y="2122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21978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2273040" y="18298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2381400" y="18860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6" y="47"/>
                </a:cubicBezTo>
                <a:cubicBezTo>
                  <a:pt x="51" y="42"/>
                  <a:pt x="55" y="35"/>
                  <a:pt x="55" y="28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2367000" y="20552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4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2168280" y="2040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2216160" y="18050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2147400" y="1850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2325960" y="15566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183760" y="2069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1" y="0"/>
                  <a:pt x="14" y="4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2176920" y="2068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21308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2281680" y="1546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2133360" y="2086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2"/>
                  <a:pt x="35" y="0"/>
                  <a:pt x="28" y="0"/>
                </a:cubicBezTo>
                <a:cubicBezTo>
                  <a:pt x="20" y="0"/>
                  <a:pt x="14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2186280" y="1530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2129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2181960" y="2072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333520" y="1986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2135160" y="2039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2103840" y="21355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2369520" y="1838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2328480" y="2063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2315520" y="1839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2347920" y="15771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2091600" y="20624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2362320" y="2028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6" y="36"/>
                  <a:pt x="56" y="29"/>
                </a:cubicBezTo>
                <a:cubicBezTo>
                  <a:pt x="56" y="22"/>
                  <a:pt x="52" y="15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9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2163240" y="21128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2321640" y="15670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5" y="53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2147400" y="1694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1"/>
                  <a:pt x="0" y="28"/>
                </a:cubicBezTo>
                <a:cubicBezTo>
                  <a:pt x="0" y="35"/>
                  <a:pt x="4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21481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1" y="42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108160" y="15238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9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2198160" y="1792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21556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2131200" y="2038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1196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b8c2cc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2329560" y="16462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2248560" y="1682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2260080" y="1752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2234880" y="1999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5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2209320" y="1638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2047680" y="1875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5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2" y="0"/>
                  <a:pt x="15" y="4"/>
                  <a:pt x="8" y="9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221560" y="20469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2230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2193120" y="2077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074320" y="2021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2202480" y="19274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6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2180520" y="2005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2122200" y="1852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2042640" y="1958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244600" y="2069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5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2" y="0"/>
                  <a:pt x="15" y="4"/>
                  <a:pt x="9" y="9"/>
                </a:cubicBezTo>
                <a:cubicBezTo>
                  <a:pt x="4" y="15"/>
                  <a:pt x="0" y="22"/>
                  <a:pt x="0" y="29"/>
                </a:cubicBezTo>
                <a:cubicBezTo>
                  <a:pt x="0" y="36"/>
                  <a:pt x="4" y="43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117880" y="1834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2175840" y="2005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2166480" y="19893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6"/>
                  <a:pt x="4" y="43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2235960" y="2041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2065680" y="1877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5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21322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234160" y="2052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037600" y="2048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2282760" y="1689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2226240" y="2104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2219760" y="19893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2093400" y="1909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5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2239560" y="1884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2247840" y="1847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2014200" y="1945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2217600" y="21153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2240640" y="1807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2232000" y="2093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2310480" y="19245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4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22237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5" y="52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2057400" y="19108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2"/>
                  <a:pt x="34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2075040" y="2016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2318760" y="1898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2056680" y="1898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2225160" y="2124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2"/>
                  <a:pt x="53" y="15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5"/>
                  <a:pt x="0" y="22"/>
                  <a:pt x="0" y="29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2292840" y="1782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0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2194560" y="17978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4"/>
                  <a:pt x="35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2230920" y="2048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2248200" y="1852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2233440" y="20329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2091960" y="1901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2238480" y="2035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2295360" y="1706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2229120" y="20696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1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2103840" y="1922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2222640" y="1997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1975680" y="1980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2226960" y="2015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2230920" y="1973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1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2222640" y="19926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2217240" y="2134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2187000" y="1951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2"/>
                  <a:pt x="55" y="35"/>
                  <a:pt x="55" y="28"/>
                </a:cubicBezTo>
                <a:cubicBezTo>
                  <a:pt x="55" y="21"/>
                  <a:pt x="51" y="14"/>
                  <a:pt x="46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2149560" y="20480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6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2195640" y="1832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2238840" y="2018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2320560" y="1978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2229120" y="2107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2243160" y="1788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2045520" y="1878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2231640" y="2010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2"/>
                  <a:pt x="35" y="0"/>
                  <a:pt x="28" y="0"/>
                </a:cubicBezTo>
                <a:cubicBezTo>
                  <a:pt x="20" y="0"/>
                  <a:pt x="14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2282040" y="17791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22294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2217960" y="19994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2324160" y="16552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2231640" y="2004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2259720" y="1762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2233440" y="20080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2061000" y="16956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2238120" y="2145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2232000" y="1940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2232720" y="2154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201040" y="1792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2053440" y="20066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4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2387520" y="1733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1959480" y="1913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5" y="0"/>
                  <a:pt x="28" y="0"/>
                </a:cubicBezTo>
                <a:cubicBezTo>
                  <a:pt x="21" y="0"/>
                  <a:pt x="14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2218320" y="20671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22302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2243520" y="1935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2240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5" y="52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2287440" y="17049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2120400" y="19555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2" y="41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1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2228760" y="2046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5"/>
                  <a:pt x="48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2230200" y="2098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2233800" y="20199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2228040" y="2052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2303640" y="17424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6" y="46"/>
                </a:cubicBezTo>
                <a:cubicBezTo>
                  <a:pt x="51" y="41"/>
                  <a:pt x="55" y="34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2232000" y="19544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2228040" y="19861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2229120" y="2019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2218680" y="1800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2093040" y="2073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2284560" y="17589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6" y="47"/>
                </a:cubicBezTo>
                <a:cubicBezTo>
                  <a:pt x="51" y="42"/>
                  <a:pt x="55" y="35"/>
                  <a:pt x="55" y="28"/>
                </a:cubicBezTo>
                <a:cubicBezTo>
                  <a:pt x="55" y="21"/>
                  <a:pt x="51" y="14"/>
                  <a:pt x="46" y="9"/>
                </a:cubicBezTo>
                <a:cubicBezTo>
                  <a:pt x="41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2157480" y="1886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2261880" y="1760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1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1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2146320" y="1954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5" y="53"/>
                  <a:pt x="22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2228760" y="19972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2233800" y="2102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2233080" y="2059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2275920" y="1778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1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1"/>
                  <a:pt x="8" y="47"/>
                </a:cubicBezTo>
                <a:cubicBezTo>
                  <a:pt x="13" y="52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2229840" y="2085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094120" y="1958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2224440" y="2011680"/>
            <a:ext cx="20160" cy="20520"/>
          </a:xfrm>
          <a:custGeom>
            <a:avLst/>
            <a:gdLst/>
            <a:ahLst/>
            <a:rect l="0" t="0" r="r" b="b"/>
            <a:pathLst>
              <a:path w="56" h="57">
                <a:moveTo>
                  <a:pt x="29" y="57"/>
                </a:moveTo>
                <a:cubicBezTo>
                  <a:pt x="36" y="57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1" y="0"/>
                  <a:pt x="15" y="4"/>
                  <a:pt x="9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5" y="53"/>
                  <a:pt x="21" y="57"/>
                  <a:pt x="29" y="57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2236680" y="2050560"/>
            <a:ext cx="20160" cy="20520"/>
          </a:xfrm>
          <a:custGeom>
            <a:avLst/>
            <a:gdLst/>
            <a:ahLst/>
            <a:rect l="0" t="0" r="r" b="b"/>
            <a:pathLst>
              <a:path w="56" h="57">
                <a:moveTo>
                  <a:pt x="29" y="57"/>
                </a:moveTo>
                <a:cubicBezTo>
                  <a:pt x="36" y="57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5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7"/>
                  <a:pt x="29" y="57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2124720" y="19321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6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2236320" y="20192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2108160" y="19126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9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2184120" y="17989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2030760" y="2068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5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2239200" y="179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2304000" y="1800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6" y="35"/>
                  <a:pt x="56" y="28"/>
                </a:cubicBezTo>
                <a:cubicBezTo>
                  <a:pt x="56" y="20"/>
                  <a:pt x="52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2281680" y="1907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2236320" y="20174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2235240" y="1940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2217240" y="19591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2287800" y="1728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2243880" y="1667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2232360" y="1862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2255040" y="1888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2217960" y="1843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2149200" y="1879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2206080" y="2079720"/>
            <a:ext cx="20520" cy="20160"/>
          </a:xfrm>
          <a:custGeom>
            <a:avLst/>
            <a:gdLst/>
            <a:ahLst/>
            <a:rect l="0" t="0" r="r" b="b"/>
            <a:pathLst>
              <a:path w="57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7" y="36"/>
                  <a:pt x="57" y="29"/>
                </a:cubicBezTo>
                <a:cubicBezTo>
                  <a:pt x="57" y="20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4"/>
                  <a:pt x="0" y="20"/>
                  <a:pt x="0" y="29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2178000" y="1875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1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2269440" y="1874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5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2239200" y="1994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2229120" y="2077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1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1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2227320" y="20192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6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2237040" y="19746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2231640" y="2028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4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2066400" y="1731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2229480" y="2006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2"/>
                  <a:pt x="55" y="36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1"/>
                  <a:pt x="0" y="28"/>
                </a:cubicBezTo>
                <a:cubicBezTo>
                  <a:pt x="0" y="36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2062800" y="1766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2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2232000" y="2049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2232000" y="1967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2218320" y="21150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6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2227680" y="2105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2188440" y="2066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2075040" y="1739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2228400" y="21099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2240640" y="19918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5" y="52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2180520" y="17262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2234880" y="20077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2066400" y="2001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2069280" y="1919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3"/>
                  <a:pt x="9" y="48"/>
                </a:cubicBezTo>
                <a:cubicBezTo>
                  <a:pt x="15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2228760" y="2127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4"/>
                  <a:pt x="35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2237040" y="2043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2309040" y="1921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2270520" y="1685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1946520" y="1945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0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2232720" y="2058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2231640" y="2049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2"/>
                  <a:pt x="52" y="15"/>
                  <a:pt x="47" y="9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5"/>
                  <a:pt x="0" y="22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2250360" y="1605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22154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2307240" y="1946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2358720" y="1834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2071080" y="20916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1" y="42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2229480" y="2067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21524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2184480" y="19900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2223720" y="1698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2120760" y="1983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2233440" y="1832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2225520" y="2034000"/>
            <a:ext cx="20520" cy="19800"/>
          </a:xfrm>
          <a:custGeom>
            <a:avLst/>
            <a:gdLst/>
            <a:ahLst/>
            <a:rect l="0" t="0" r="r" b="b"/>
            <a:pathLst>
              <a:path w="57" h="55">
                <a:moveTo>
                  <a:pt x="28" y="55"/>
                </a:moveTo>
                <a:cubicBezTo>
                  <a:pt x="36" y="55"/>
                  <a:pt x="43" y="53"/>
                  <a:pt x="48" y="46"/>
                </a:cubicBezTo>
                <a:cubicBezTo>
                  <a:pt x="53" y="41"/>
                  <a:pt x="57" y="34"/>
                  <a:pt x="57" y="27"/>
                </a:cubicBezTo>
                <a:cubicBezTo>
                  <a:pt x="57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1"/>
                  <a:pt x="9" y="46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2028600" y="2022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4"/>
                  <a:pt x="0" y="20"/>
                  <a:pt x="0" y="29"/>
                </a:cubicBezTo>
                <a:cubicBezTo>
                  <a:pt x="0" y="36"/>
                  <a:pt x="2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2214000" y="1668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2232720" y="2019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2222640" y="206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2229840" y="20160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2098800" y="1912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2236680" y="2009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2136600" y="2007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2228760" y="2130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2234520" y="2014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2230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2233440" y="1899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2332080" y="19328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2200320" y="18100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2084400" y="1941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6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6"/>
                  <a:pt x="2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2297520" y="1744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2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2148480" y="1857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7" y="47"/>
                </a:cubicBezTo>
                <a:cubicBezTo>
                  <a:pt x="52" y="42"/>
                  <a:pt x="56" y="35"/>
                  <a:pt x="56" y="28"/>
                </a:cubicBezTo>
                <a:cubicBezTo>
                  <a:pt x="56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2224800" y="1976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1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1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2237040" y="2038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22197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2286360" y="1634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2217600" y="1852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2231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2225520" y="20325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1"/>
                  <a:pt x="9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2230920" y="2128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2126160" y="18954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4" y="51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2236680" y="2015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2232720" y="2058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2325960" y="1849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2231640" y="19807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22273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2166480" y="2019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5" y="2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5" y="52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2313000" y="17946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2153160" y="1759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2"/>
                  <a:pt x="47" y="47"/>
                </a:cubicBezTo>
                <a:cubicBezTo>
                  <a:pt x="52" y="41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1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2237400" y="2039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2331360" y="1894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1983960" y="1938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2130480" y="2026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2226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2286360" y="1845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2104200" y="1884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2104560" y="2143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2240280" y="1787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6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2284560" y="1886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6" y="35"/>
                  <a:pt x="56" y="28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2208600" y="19623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2163240" y="20394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2066400" y="1618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2226960" y="1747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2331000" y="1776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2"/>
                  <a:pt x="36" y="0"/>
                  <a:pt x="27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2229120" y="2038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2124360" y="1896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2108880" y="1957320"/>
            <a:ext cx="20520" cy="19800"/>
          </a:xfrm>
          <a:custGeom>
            <a:avLst/>
            <a:gdLst/>
            <a:ahLst/>
            <a:rect l="0" t="0" r="r" b="b"/>
            <a:pathLst>
              <a:path w="57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1"/>
                  <a:pt x="57" y="34"/>
                  <a:pt x="57" y="27"/>
                </a:cubicBezTo>
                <a:cubicBezTo>
                  <a:pt x="57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1"/>
                  <a:pt x="9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2116800" y="1998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2140200" y="2132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2233800" y="2028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5"/>
                  <a:pt x="48" y="9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22266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2104560" y="1813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2235960" y="20275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2"/>
                  <a:pt x="52" y="15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5"/>
                  <a:pt x="0" y="22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2176200" y="1998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2220480" y="2052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3"/>
                  <a:pt x="22" y="55"/>
                  <a:pt x="29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2223360" y="2012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5" y="52"/>
                  <a:pt x="22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2145960" y="2057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2219760" y="19951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2223000" y="2070000"/>
            <a:ext cx="19800" cy="20520"/>
          </a:xfrm>
          <a:custGeom>
            <a:avLst/>
            <a:gdLst/>
            <a:ahLst/>
            <a:rect l="0" t="0" r="r" b="b"/>
            <a:pathLst>
              <a:path w="55" h="57">
                <a:moveTo>
                  <a:pt x="28" y="57"/>
                </a:moveTo>
                <a:cubicBezTo>
                  <a:pt x="35" y="57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1" y="0"/>
                  <a:pt x="14" y="4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7"/>
                  <a:pt x="28" y="57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2270520" y="1894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2097360" y="19720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2171160" y="18561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1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2081880" y="1876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1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2221920" y="20620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2297160" y="1892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2231280" y="2009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5"/>
                  <a:pt x="48" y="9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20980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2200680" y="1819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2226240" y="2102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6" y="36"/>
                  <a:pt x="56" y="28"/>
                </a:cubicBezTo>
                <a:cubicBezTo>
                  <a:pt x="56" y="21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2076840" y="1875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2196360" y="1888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2231640" y="2138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2235960" y="2002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2233800" y="2061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8fa3b8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2251080" y="2046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5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1954800" y="2022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2407680" y="18241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2135160" y="17690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2250720" y="1562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2152440" y="1622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2221200" y="1974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2256120" y="2013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2310480" y="1815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2237760" y="1780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2218320" y="1623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2324880" y="1964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1904760" y="1576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2195280" y="1846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2252880" y="1951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5"/>
                  <a:pt x="48" y="9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2293200" y="1881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2309760" y="1978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2290320" y="1976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2182320" y="2059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5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5" y="52"/>
                  <a:pt x="21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1991160" y="1885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2257920" y="18115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2162880" y="19893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896120" y="1742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1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1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2167200" y="19555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2383920" y="20624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2217240" y="1960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2297520" y="1973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2"/>
                  <a:pt x="48" y="47"/>
                </a:cubicBezTo>
                <a:cubicBezTo>
                  <a:pt x="53" y="41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1"/>
                  <a:pt x="8" y="47"/>
                </a:cubicBezTo>
                <a:cubicBezTo>
                  <a:pt x="13" y="52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2147400" y="2018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2225520" y="17557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999440" y="2034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4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0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2231640" y="19648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2202120" y="17614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6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2198520" y="2015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2389680" y="16628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1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1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2110680" y="1979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2120400" y="1687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2226960" y="1797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7" y="9"/>
                </a:cubicBezTo>
                <a:cubicBezTo>
                  <a:pt x="41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2234160" y="1962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2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2285280" y="16106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1" y="52"/>
                  <a:pt x="47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1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2176920" y="1999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2379240" y="1492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5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2337120" y="1855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8" y="0"/>
                </a:cubicBezTo>
                <a:cubicBezTo>
                  <a:pt x="21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2187360" y="1818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2"/>
                  <a:pt x="47" y="47"/>
                </a:cubicBezTo>
                <a:cubicBezTo>
                  <a:pt x="52" y="42"/>
                  <a:pt x="56" y="35"/>
                  <a:pt x="56" y="28"/>
                </a:cubicBezTo>
                <a:cubicBezTo>
                  <a:pt x="56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2201040" y="1632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2258640" y="19328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1987560" y="1458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2203920" y="1814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2138760" y="1761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2" y="41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1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2233440" y="1757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2160000" y="16592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2207880" y="17949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2158560" y="17193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2390760" y="18428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2262600" y="19544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1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9" y="46"/>
                </a:cubicBezTo>
                <a:cubicBezTo>
                  <a:pt x="14" y="51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2129400" y="16592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2103480" y="19152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1"/>
                  <a:pt x="47" y="46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1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2113920" y="15908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2247840" y="2068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22672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2395440" y="1899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2257560" y="1708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2179440" y="20253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2138040" y="1781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1996920" y="16174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2160360" y="2044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2005920" y="2005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2387520" y="17812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2395440" y="2126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2274480" y="1955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2181600" y="2066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2163600" y="1986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2388600" y="1992240"/>
            <a:ext cx="19800" cy="20520"/>
          </a:xfrm>
          <a:custGeom>
            <a:avLst/>
            <a:gdLst/>
            <a:ahLst/>
            <a:rect l="0" t="0" r="r" b="b"/>
            <a:pathLst>
              <a:path w="55" h="57">
                <a:moveTo>
                  <a:pt x="27" y="57"/>
                </a:moveTo>
                <a:cubicBezTo>
                  <a:pt x="35" y="57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4"/>
                  <a:pt x="35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7"/>
                  <a:pt x="27" y="57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2022480" y="1585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2256480" y="2005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2176560" y="1951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2242440" y="2108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8" y="0"/>
                </a:cubicBezTo>
                <a:cubicBezTo>
                  <a:pt x="21" y="0"/>
                  <a:pt x="14" y="4"/>
                  <a:pt x="9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2402280" y="1495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2270880" y="1908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2265480" y="1616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3"/>
                  <a:pt x="55" y="36"/>
                  <a:pt x="55" y="29"/>
                </a:cubicBezTo>
                <a:cubicBezTo>
                  <a:pt x="55" y="22"/>
                  <a:pt x="51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2089080" y="2009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9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6"/>
                  <a:pt x="4" y="43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2233800" y="1996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2167200" y="19879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2239200" y="1935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2368080" y="19350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2139480" y="1749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2384280" y="1470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2260440" y="18140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2231280" y="1908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2201400" y="1474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2246400" y="1972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7" y="9"/>
                </a:cubicBezTo>
                <a:cubicBezTo>
                  <a:pt x="42" y="4"/>
                  <a:pt x="35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2375640" y="1965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2171520" y="1762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2209680" y="1989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2370240" y="19674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2302920" y="1550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2285640" y="2069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6" y="9"/>
                </a:cubicBezTo>
                <a:cubicBezTo>
                  <a:pt x="41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2359440" y="1645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2215440" y="17848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2233800" y="170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2296440" y="20196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2178720" y="1995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2256480" y="1774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2216160" y="20340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2148840" y="1719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1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7" y="9"/>
                </a:cubicBezTo>
                <a:cubicBezTo>
                  <a:pt x="41" y="4"/>
                  <a:pt x="35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2131920" y="18014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2300760" y="14716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2370960" y="14702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2236680" y="14688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2375640" y="14324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4" y="52"/>
                  <a:pt x="22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2124720" y="2017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5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2197080" y="1866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2248200" y="1991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1965240" y="19688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2370600" y="1775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2116080" y="1741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2218320" y="2051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2232000" y="19134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2185200" y="20455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3"/>
                  <a:pt x="0" y="21"/>
                  <a:pt x="0" y="28"/>
                </a:cubicBezTo>
                <a:cubicBezTo>
                  <a:pt x="0" y="36"/>
                  <a:pt x="2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2112120" y="1863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2202840" y="1622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5"/>
                  <a:pt x="48" y="9"/>
                </a:cubicBezTo>
                <a:cubicBezTo>
                  <a:pt x="43" y="4"/>
                  <a:pt x="36" y="0"/>
                  <a:pt x="28" y="0"/>
                </a:cubicBezTo>
                <a:cubicBezTo>
                  <a:pt x="21" y="0"/>
                  <a:pt x="14" y="4"/>
                  <a:pt x="8" y="9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2102040" y="17618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3"/>
                  <a:pt x="21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1990080" y="2077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2390400" y="19760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2423520" y="14540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2252160" y="1647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2390400" y="2025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2305440" y="1955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2260800" y="2035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2250000" y="19321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2088720" y="1973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5" y="52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2186280" y="18136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2170440" y="1942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2248200" y="2028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2223720" y="1674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2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4"/>
                  <a:pt x="0" y="22"/>
                  <a:pt x="0" y="29"/>
                </a:cubicBezTo>
                <a:cubicBezTo>
                  <a:pt x="0" y="36"/>
                  <a:pt x="2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2395800" y="2041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2283840" y="16466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1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2102040" y="1826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2075760" y="1886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2265840" y="1953360"/>
            <a:ext cx="19800" cy="20520"/>
          </a:xfrm>
          <a:custGeom>
            <a:avLst/>
            <a:gdLst/>
            <a:ahLst/>
            <a:rect l="0" t="0" r="r" b="b"/>
            <a:pathLst>
              <a:path w="55" h="57">
                <a:moveTo>
                  <a:pt x="27" y="57"/>
                </a:moveTo>
                <a:cubicBezTo>
                  <a:pt x="34" y="57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5"/>
                  <a:pt x="46" y="9"/>
                </a:cubicBezTo>
                <a:cubicBezTo>
                  <a:pt x="41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7"/>
                  <a:pt x="27" y="57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2256480" y="2072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2305440" y="1641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2337480" y="1733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2167200" y="2060640"/>
            <a:ext cx="20520" cy="19800"/>
          </a:xfrm>
          <a:custGeom>
            <a:avLst/>
            <a:gdLst/>
            <a:ahLst/>
            <a:rect l="0" t="0" r="r" b="b"/>
            <a:pathLst>
              <a:path w="57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7" y="35"/>
                  <a:pt x="57" y="28"/>
                </a:cubicBezTo>
                <a:cubicBezTo>
                  <a:pt x="57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2198880" y="19810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2241360" y="1642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2234160" y="1892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2121480" y="1942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2229120" y="2036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2392920" y="2082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1965600" y="2005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4" y="53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2148480" y="15602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8"/>
                </a:cubicBezTo>
                <a:cubicBezTo>
                  <a:pt x="56" y="21"/>
                  <a:pt x="52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2177640" y="16016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2295720" y="20408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2254680" y="18183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1"/>
                  <a:pt x="20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2225880" y="17650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4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2143080" y="19047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2199960" y="1970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4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2108520" y="1756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4" y="14"/>
                  <a:pt x="0" y="21"/>
                  <a:pt x="0" y="29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2249280" y="15800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2"/>
                  <a:pt x="52" y="15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5"/>
                  <a:pt x="0" y="22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2048400" y="1915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7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2213280" y="1946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1983960" y="1861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2310840" y="21315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2286720" y="1559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2420640" y="1552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6" y="36"/>
                  <a:pt x="56" y="28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2392560" y="14724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2157840" y="1805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2176560" y="2000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2175480" y="15638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2"/>
                  <a:pt x="36" y="0"/>
                  <a:pt x="27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2194200" y="2018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2260800" y="17614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2205000" y="1937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2" y="0"/>
                  <a:pt x="15" y="2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7"/>
                </a:cubicBezTo>
                <a:cubicBezTo>
                  <a:pt x="15" y="52"/>
                  <a:pt x="22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2294280" y="1648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2232720" y="1931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2373840" y="2147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2" y="0"/>
                  <a:pt x="14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2395440" y="20343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2233800" y="19548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2392560" y="1474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2242440" y="1795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2397600" y="1958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2234520" y="1408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2276640" y="1992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2399040" y="1914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2"/>
                  <a:pt x="47" y="47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7"/>
                </a:cubicBezTo>
                <a:cubicBezTo>
                  <a:pt x="14" y="52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2273400" y="19116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2100600" y="1996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2136960" y="1949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2382120" y="2031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2"/>
                  <a:pt x="46" y="47"/>
                </a:cubicBezTo>
                <a:cubicBezTo>
                  <a:pt x="51" y="42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2264040" y="1667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2080800" y="1883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2393280" y="19454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2201760" y="19893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2393640" y="18230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2284920" y="1599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3"/>
                  <a:pt x="55" y="36"/>
                  <a:pt x="55" y="28"/>
                </a:cubicBezTo>
                <a:cubicBezTo>
                  <a:pt x="55" y="21"/>
                  <a:pt x="51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2394720" y="1945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2178000" y="19285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2160360" y="1877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2253960" y="1867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2126520" y="18230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2195640" y="1981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2389680" y="2038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2490840" y="16758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2246760" y="1779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2240640" y="17218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2296440" y="1582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2189880" y="1912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1" y="2"/>
                  <a:pt x="34" y="0"/>
                  <a:pt x="27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2240640" y="19353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2355120" y="18748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1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2307600" y="1942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221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2038320" y="17280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3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2284560" y="1928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8"/>
                </a:cubicBezTo>
                <a:cubicBezTo>
                  <a:pt x="56" y="21"/>
                  <a:pt x="52" y="13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2224080" y="19627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2103480" y="1802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2034720" y="1923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2264400" y="1917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1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2307240" y="2059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2178720" y="19861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2373840" y="1542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6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1977480" y="16174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1918080" y="1848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2265480" y="2086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2127960" y="1987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4" y="13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5" y="53"/>
                  <a:pt x="22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2386080" y="1982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2270520" y="1723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2109960" y="1903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1" y="52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1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2322720" y="2062080"/>
            <a:ext cx="20520" cy="20160"/>
          </a:xfrm>
          <a:custGeom>
            <a:avLst/>
            <a:gdLst/>
            <a:ahLst/>
            <a:rect l="0" t="0" r="r" b="b"/>
            <a:pathLst>
              <a:path w="57" h="56">
                <a:moveTo>
                  <a:pt x="28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3"/>
                  <a:pt x="57" y="36"/>
                  <a:pt x="57" y="29"/>
                </a:cubicBezTo>
                <a:cubicBezTo>
                  <a:pt x="57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9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2238480" y="1874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2395440" y="2007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2047320" y="20030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2390040" y="1988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5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5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2265120" y="1943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6" y="36"/>
                  <a:pt x="56" y="29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2094120" y="1676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2057760" y="2032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2215800" y="1840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2268000" y="1813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2397960" y="19868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2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2201400" y="2083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2385360" y="2025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2246400" y="1713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2229120" y="1979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2271240" y="20365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3" y="42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2"/>
                  <a:pt x="34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2205000" y="1859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2439360" y="1866600"/>
            <a:ext cx="20520" cy="20160"/>
          </a:xfrm>
          <a:custGeom>
            <a:avLst/>
            <a:gdLst/>
            <a:ahLst/>
            <a:rect l="0" t="0" r="r" b="b"/>
            <a:pathLst>
              <a:path w="57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7" y="36"/>
                  <a:pt x="57" y="28"/>
                </a:cubicBezTo>
                <a:cubicBezTo>
                  <a:pt x="57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6"/>
                  <a:pt x="4" y="42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2135160" y="2000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2243520" y="2001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2"/>
                  <a:pt x="9" y="48"/>
                </a:cubicBezTo>
                <a:cubicBezTo>
                  <a:pt x="15" y="53"/>
                  <a:pt x="21" y="56"/>
                  <a:pt x="29" y="56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2396160" y="1914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1" y="0"/>
                  <a:pt x="15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5" y="52"/>
                  <a:pt x="21" y="55"/>
                  <a:pt x="29" y="55"/>
                </a:cubicBez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2365560" y="17640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2260800" y="1709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2288880" y="1687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2463480" y="1923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2351520" y="16646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2341080" y="1679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2458080" y="1779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2460960" y="1753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2511720" y="1848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2206080" y="1372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2234880" y="15584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2521440" y="1614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2418840" y="14493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2400840" y="1389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2"/>
                  <a:pt x="47" y="47"/>
                </a:cubicBezTo>
                <a:cubicBezTo>
                  <a:pt x="52" y="42"/>
                  <a:pt x="56" y="35"/>
                  <a:pt x="56" y="28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2448720" y="1864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2235240" y="1649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2367000" y="1617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2407320" y="1881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2468520" y="1730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2301120" y="16074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2070360" y="1553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1" y="52"/>
                  <a:pt x="47" y="47"/>
                </a:cubicBezTo>
                <a:cubicBezTo>
                  <a:pt x="52" y="42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1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2447640" y="1784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2441160" y="1430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2202480" y="2041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2443680" y="1822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2453760" y="18158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2270160" y="1727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2369880" y="17946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2"/>
                  <a:pt x="52" y="15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2184480" y="1715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9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9" y="48"/>
                </a:cubicBezTo>
                <a:cubicBezTo>
                  <a:pt x="15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2334600" y="15512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2447640" y="1723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2427120" y="1844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2457000" y="1882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9" y="48"/>
                </a:cubicBezTo>
                <a:cubicBezTo>
                  <a:pt x="15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2490480" y="1614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2457000" y="1751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2220120" y="1951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2300040" y="1380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2317320" y="18061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2279520" y="1460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2453400" y="1923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2461320" y="16394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2488320" y="1553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0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2469960" y="1739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2"/>
                  <a:pt x="53" y="15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2260800" y="1408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5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2" y="0"/>
                  <a:pt x="15" y="4"/>
                  <a:pt x="8" y="9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2380680" y="1459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2444400" y="1739520"/>
            <a:ext cx="20160" cy="20520"/>
          </a:xfrm>
          <a:custGeom>
            <a:avLst/>
            <a:gdLst/>
            <a:ahLst/>
            <a:rect l="0" t="0" r="r" b="b"/>
            <a:pathLst>
              <a:path w="56" h="57">
                <a:moveTo>
                  <a:pt x="27" y="57"/>
                </a:moveTo>
                <a:cubicBezTo>
                  <a:pt x="35" y="57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5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7"/>
                  <a:pt x="27" y="57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2437200" y="1856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4" y="51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2170440" y="17010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1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2461680" y="1895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1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2516400" y="1676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9" y="8"/>
                </a:cubicBezTo>
                <a:cubicBezTo>
                  <a:pt x="4" y="13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2449440" y="1772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2455200" y="14281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2442240" y="1838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2274480" y="15530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2288160" y="1961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2439000" y="1897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3"/>
                  <a:pt x="48" y="47"/>
                </a:cubicBezTo>
                <a:cubicBezTo>
                  <a:pt x="53" y="41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1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2251800" y="17755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2389320" y="1857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2274480" y="14454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2454120" y="1897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2432880" y="16635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2468880" y="1920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2429640" y="1834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2464560" y="1692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3" y="42"/>
                  <a:pt x="55" y="36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2462040" y="1996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2484360" y="1375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2449800" y="1865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2454840" y="1745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2419920" y="1657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5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5"/>
                  <a:pt x="0" y="21"/>
                  <a:pt x="0" y="29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2458080" y="1888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4" y="13"/>
                  <a:pt x="0" y="21"/>
                  <a:pt x="0" y="28"/>
                </a:cubicBezTo>
                <a:cubicBezTo>
                  <a:pt x="0" y="36"/>
                  <a:pt x="4" y="42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2458440" y="1645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1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1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2462040" y="17737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2253960" y="1613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2456280" y="1836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8" y="0"/>
                </a:cubicBezTo>
                <a:cubicBezTo>
                  <a:pt x="21" y="0"/>
                  <a:pt x="14" y="4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2467080" y="1954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2446920" y="1771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2135880" y="1817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2286720" y="18129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6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2354040" y="1442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2281320" y="1375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2444400" y="1807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2459880" y="18662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1" y="42"/>
                  <a:pt x="55" y="35"/>
                  <a:pt x="55" y="28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2"/>
                  <a:pt x="34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2328840" y="1820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2446560" y="1854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2218320" y="1601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6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2134440" y="1920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2448360" y="1780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2434320" y="1857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2457000" y="1839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2464920" y="1838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2317320" y="1652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2450880" y="17013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2458440" y="18547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2465280" y="1788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2519280" y="1622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5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2204640" y="1770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2288520" y="1479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2333520" y="14659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2296080" y="1488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2285640" y="1857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2459520" y="1870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6" y="35"/>
                  <a:pt x="56" y="28"/>
                </a:cubicBezTo>
                <a:cubicBezTo>
                  <a:pt x="56" y="21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2451600" y="17553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2402640" y="14256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6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2376360" y="1463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2447280" y="1795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2351880" y="1539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4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2206800" y="14536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1" y="42"/>
                  <a:pt x="55" y="34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2"/>
                  <a:pt x="34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2446920" y="1908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2"/>
                  <a:pt x="52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2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2341800" y="1798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2459160" y="1768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2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2212920" y="1593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2337480" y="14277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2353680" y="13888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2288160" y="1764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1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1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2390760" y="1827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2294280" y="16758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2467080" y="1921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2470680" y="1947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2460600" y="19652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2320560" y="1572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5" y="53"/>
                  <a:pt x="21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2333160" y="1885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2257560" y="1840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2268360" y="1807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2346840" y="1523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2222280" y="1572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2455920" y="1797840"/>
            <a:ext cx="20160" cy="20520"/>
          </a:xfrm>
          <a:custGeom>
            <a:avLst/>
            <a:gdLst/>
            <a:ahLst/>
            <a:rect l="0" t="0" r="r" b="b"/>
            <a:pathLst>
              <a:path w="56" h="57">
                <a:moveTo>
                  <a:pt x="28" y="57"/>
                </a:moveTo>
                <a:cubicBezTo>
                  <a:pt x="36" y="57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5"/>
                  <a:pt x="48" y="9"/>
                </a:cubicBezTo>
                <a:cubicBezTo>
                  <a:pt x="43" y="4"/>
                  <a:pt x="36" y="0"/>
                  <a:pt x="28" y="0"/>
                </a:cubicBezTo>
                <a:cubicBezTo>
                  <a:pt x="21" y="0"/>
                  <a:pt x="14" y="4"/>
                  <a:pt x="8" y="9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7"/>
                  <a:pt x="28" y="57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2124360" y="1605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2499480" y="1844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2464200" y="18788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2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4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2447640" y="1691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2418840" y="1978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2461320" y="19321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6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2463480" y="1722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1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1" y="2"/>
                  <a:pt x="34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2234520" y="1969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2457720" y="1646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2093400" y="19299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2457720" y="1971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2"/>
                  <a:pt x="52" y="15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2455200" y="17805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6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2091240" y="1515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2440800" y="1798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2"/>
                  <a:pt x="46" y="47"/>
                </a:cubicBezTo>
                <a:cubicBezTo>
                  <a:pt x="53" y="41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1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2365920" y="1880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2286000" y="1423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1996560" y="15490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1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1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2399400" y="2110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2369160" y="1617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2449080" y="1816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7" y="9"/>
                </a:cubicBezTo>
                <a:cubicBezTo>
                  <a:pt x="42" y="4"/>
                  <a:pt x="35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2430000" y="1724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2360520" y="1702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2460960" y="1729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7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2183760" y="1483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2394000" y="1665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1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1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2191320" y="1417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1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1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2364120" y="1535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2449080" y="19141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2234880" y="1510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2250360" y="1326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3" y="42"/>
                  <a:pt x="55" y="36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2409120" y="17906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2221560" y="1814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2302200" y="1478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2274480" y="18108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2458440" y="1690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2133360" y="1940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2428920" y="17956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2379960" y="16563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2241000" y="1627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2456640" y="1873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2464200" y="1779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2399760" y="16563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1"/>
                  <a:pt x="0" y="28"/>
                </a:cubicBezTo>
                <a:cubicBezTo>
                  <a:pt x="0" y="35"/>
                  <a:pt x="4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2443680" y="1424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2459160" y="1979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2452680" y="1886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0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2449080" y="1726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2464920" y="1808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2201760" y="1469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2409840" y="1800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1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1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2457000" y="1879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2301840" y="16286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2465280" y="1770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2457720" y="1762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5"/>
                  <a:pt x="2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2210400" y="1672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2184120" y="1552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6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2210400" y="1511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2277000" y="1654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4"/>
                  <a:pt x="48" y="9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2243880" y="1853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2453400" y="16304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2404440" y="1888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2509560" y="1810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2393280" y="15966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2321280" y="1527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2462760" y="18324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2460960" y="1722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2455920" y="1940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2266560" y="1702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2461320" y="1743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2464560" y="1837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2381040" y="1410840"/>
            <a:ext cx="20520" cy="20160"/>
          </a:xfrm>
          <a:custGeom>
            <a:avLst/>
            <a:gdLst/>
            <a:ahLst/>
            <a:rect l="0" t="0" r="r" b="b"/>
            <a:pathLst>
              <a:path w="57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7" y="35"/>
                  <a:pt x="57" y="27"/>
                </a:cubicBezTo>
                <a:cubicBezTo>
                  <a:pt x="57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2393280" y="17244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2453040" y="17838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2399760" y="1750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4"/>
                  <a:pt x="0" y="21"/>
                  <a:pt x="0" y="29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2325600" y="1609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2349360" y="1519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2445120" y="16981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2396160" y="15138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2169000" y="1563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6" y="9"/>
                </a:cubicBezTo>
                <a:cubicBezTo>
                  <a:pt x="41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2012760" y="1841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1"/>
                  <a:pt x="55" y="34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1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2444040" y="1626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2265480" y="17409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1" y="42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2217600" y="1706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2525400" y="14526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1"/>
                  <a:pt x="55" y="34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2404800" y="1829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2382480" y="14886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6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2439360" y="1859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4"/>
                  <a:pt x="0" y="20"/>
                  <a:pt x="0" y="28"/>
                </a:cubicBezTo>
                <a:cubicBezTo>
                  <a:pt x="0" y="35"/>
                  <a:pt x="4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2512080" y="1880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1996560" y="17910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1" y="2"/>
                  <a:pt x="34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2334240" y="1724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2479320" y="1818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1" y="42"/>
                  <a:pt x="55" y="35"/>
                  <a:pt x="55" y="28"/>
                </a:cubicBezTo>
                <a:cubicBezTo>
                  <a:pt x="55" y="21"/>
                  <a:pt x="51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2458800" y="1912680"/>
            <a:ext cx="20520" cy="20160"/>
          </a:xfrm>
          <a:custGeom>
            <a:avLst/>
            <a:gdLst/>
            <a:ahLst/>
            <a:rect l="0" t="0" r="r" b="b"/>
            <a:pathLst>
              <a:path w="57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7" y="36"/>
                  <a:pt x="57" y="28"/>
                </a:cubicBezTo>
                <a:cubicBezTo>
                  <a:pt x="57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9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2255040" y="1634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2398680" y="1485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2253600" y="16149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2511360" y="1933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2457000" y="1886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2455560" y="16869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5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2332800" y="1779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2454480" y="1716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2148120" y="18046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4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2446560" y="1631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2454480" y="16502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2301840" y="1526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2305440" y="1595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2434320" y="18453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2354400" y="15019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0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2141280" y="1838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2443680" y="1702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2320200" y="16927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2323440" y="1436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6" y="36"/>
                  <a:pt x="56" y="28"/>
                </a:cubicBezTo>
                <a:cubicBezTo>
                  <a:pt x="56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2481840" y="16520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2457000" y="1818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4" y="2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2215440" y="1374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2500560" y="14583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2448360" y="16830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6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2469960" y="13928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2318400" y="1843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2468160" y="1850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2449440" y="1760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2446920" y="1782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2e75b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20293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2042280" y="1813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0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21218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2220120" y="1713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2103120" y="1885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1913040" y="1929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1929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2288520" y="1787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2402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2183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20541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22914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21438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22748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20728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22266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1" y="42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22780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2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2334600" y="17859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1840680" y="18421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23223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22849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20988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2072160" y="18140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22140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2222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2159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20037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2213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2440440" y="1376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1"/>
                  <a:pt x="53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18406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20088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21870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18928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2075040" y="1764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2063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1998720" y="21117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22496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2322000" y="18104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1"/>
                  <a:pt x="0" y="28"/>
                </a:cubicBezTo>
                <a:cubicBezTo>
                  <a:pt x="0" y="35"/>
                  <a:pt x="4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1976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2140200" y="1752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2235960" y="1845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2262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20674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22194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21168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2154240" y="18781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2273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21574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2145240" y="1603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7"/>
                </a:cubicBezTo>
                <a:cubicBezTo>
                  <a:pt x="14" y="52"/>
                  <a:pt x="21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22694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2138400" y="1719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21373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21600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2380320" y="1582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2185920" y="1672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9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20836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20559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20304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1976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2114280" y="17388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23767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1929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2138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24210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20037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23418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20422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2082240" y="1804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5"/>
                  <a:pt x="2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21981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18633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2175840" y="16678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23842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21301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21621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21387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1766520" y="1861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2019960" y="1685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23583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2276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2067480" y="18421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9" y="47"/>
                </a:cubicBezTo>
                <a:cubicBezTo>
                  <a:pt x="14" y="53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2225160" y="1666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5"/>
                  <a:pt x="4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20221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21319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1833840" y="1813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2303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2083680" y="18295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2122920" y="17431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2091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2055960" y="19720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1976040" y="1813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18406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2380680" y="1760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2387880" y="19965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2138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2291040" y="1630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2"/>
                  <a:pt x="55" y="36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6"/>
                  <a:pt x="2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20534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2175840" y="17578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20534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2297160" y="2099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21391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2309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2111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1929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2127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2235600" y="17463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2156760" y="17722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2"/>
                  <a:pt x="36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1976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2144880" y="1846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19274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20728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20728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22107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2039040" y="2023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2274480" y="1726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21589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20376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20077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2053440" y="2023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2186280" y="1967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1"/>
                  <a:pt x="0" y="28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20127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1" y="42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2021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21153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22298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19778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2282400" y="1581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5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2104200" y="1954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2053440" y="17888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2158920" y="17773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1766520" y="1830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21034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2342880" y="17258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2" y="43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20768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20559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20728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18882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2159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2029680" y="17758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2127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2174400" y="17834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1869480" y="20444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22377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2246040" y="2003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2199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2297880" y="1595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20242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2320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20224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2154240" y="1737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2127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2154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2137320" y="1851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4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2154240" y="1824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2014560" y="17956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6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19684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21232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1976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20728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2222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22651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2239560" y="1802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2049120" y="16444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20984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2231280" y="1737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2"/>
                  <a:pt x="53" y="15"/>
                  <a:pt x="47" y="9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22978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2222640" y="1767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1976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2305080" y="20275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2120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2399040" y="1676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21211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2282760" y="16642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2343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18406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2176200" y="17402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2263680" y="1767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6"/>
                  <a:pt x="4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2187000" y="20865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5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1944360" y="17197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0" y="0"/>
                  <a:pt x="14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2082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19274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2048400" y="1902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21286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1" y="42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2214000" y="1692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23403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2225160" y="19918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1" y="0"/>
                  <a:pt x="14" y="4"/>
                  <a:pt x="9" y="9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2199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2186640" y="1895040"/>
            <a:ext cx="20520" cy="19800"/>
          </a:xfrm>
          <a:custGeom>
            <a:avLst/>
            <a:gdLst/>
            <a:ahLst/>
            <a:rect l="0" t="0" r="r" b="b"/>
            <a:pathLst>
              <a:path w="57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7" y="35"/>
                  <a:pt x="57" y="28"/>
                </a:cubicBezTo>
                <a:cubicBezTo>
                  <a:pt x="57" y="21"/>
                  <a:pt x="53" y="14"/>
                  <a:pt x="48" y="9"/>
                </a:cubicBezTo>
                <a:cubicBezTo>
                  <a:pt x="43" y="4"/>
                  <a:pt x="36" y="0"/>
                  <a:pt x="28" y="0"/>
                </a:cubicBezTo>
                <a:cubicBezTo>
                  <a:pt x="21" y="0"/>
                  <a:pt x="14" y="4"/>
                  <a:pt x="9" y="9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22028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21009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2039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2075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2138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2222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19274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21891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1976040" y="1767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20350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2039040" y="1861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2188440" y="1705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19720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2399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5" y="52"/>
                  <a:pt x="22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234468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2072880" y="2023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2189520" y="18079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23738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2171160" y="2086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4" y="56"/>
                  <a:pt x="41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5"/>
                  <a:pt x="48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5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2185920" y="17780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1" y="0"/>
                  <a:pt x="14" y="4"/>
                  <a:pt x="9" y="9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2127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2303280" y="1730520"/>
            <a:ext cx="20520" cy="19800"/>
          </a:xfrm>
          <a:custGeom>
            <a:avLst/>
            <a:gdLst/>
            <a:ahLst/>
            <a:rect l="0" t="0" r="r" b="b"/>
            <a:pathLst>
              <a:path w="57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7" y="35"/>
                  <a:pt x="57" y="28"/>
                </a:cubicBezTo>
                <a:cubicBezTo>
                  <a:pt x="57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20962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2230920" y="1653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1929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21326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1766520" y="2023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20962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2302200" y="18532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9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21272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2138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2247480" y="20905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2" y="41"/>
                  <a:pt x="55" y="34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1888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20534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1f3f6e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2234880" y="2035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1971000" y="19544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6" y="0"/>
                  <a:pt x="28" y="0"/>
                </a:cubicBezTo>
                <a:cubicBezTo>
                  <a:pt x="21" y="0"/>
                  <a:pt x="14" y="2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9" y="46"/>
                </a:cubicBezTo>
                <a:cubicBezTo>
                  <a:pt x="14" y="51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22834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19605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2071440" y="1809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1888920" y="19972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4"/>
                  <a:pt x="2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2167560" y="1902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6" y="35"/>
                  <a:pt x="56" y="27"/>
                </a:cubicBezTo>
                <a:cubicBezTo>
                  <a:pt x="56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18144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20268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19868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2325240" y="20818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1" y="52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7" y="8"/>
                </a:cubicBezTo>
                <a:cubicBezTo>
                  <a:pt x="41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2178720" y="17240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2075040" y="16992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9"/>
                </a:cubicBezTo>
                <a:cubicBezTo>
                  <a:pt x="42" y="2"/>
                  <a:pt x="34" y="0"/>
                  <a:pt x="27" y="0"/>
                </a:cubicBezTo>
                <a:cubicBezTo>
                  <a:pt x="20" y="0"/>
                  <a:pt x="13" y="2"/>
                  <a:pt x="8" y="9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2268720" y="2082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1910520" y="18712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4"/>
                  <a:pt x="0" y="21"/>
                  <a:pt x="0" y="28"/>
                </a:cubicBezTo>
                <a:cubicBezTo>
                  <a:pt x="0" y="35"/>
                  <a:pt x="2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2157840" y="18165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18867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2116800" y="1964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2071800" y="20595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6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20941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21391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1767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2052720" y="2139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0"/>
                  <a:pt x="53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2412720" y="1529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2135520" y="20476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2431800" y="1804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21124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2068560" y="1641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2" y="0"/>
                  <a:pt x="15" y="4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5" y="53"/>
                  <a:pt x="22" y="56"/>
                  <a:pt x="29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21438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2341440" y="19562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3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7"/>
                </a:cubicBezTo>
                <a:cubicBezTo>
                  <a:pt x="0" y="34"/>
                  <a:pt x="4" y="41"/>
                  <a:pt x="9" y="46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2090880" y="2121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4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21049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2175120" y="17244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1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1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2201400" y="16581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2129040" y="2057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1910160" y="2062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2034720" y="2081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2229120" y="2006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19396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2197080" y="19346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1"/>
                  <a:pt x="48" y="46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6"/>
                </a:cubicBezTo>
                <a:cubicBezTo>
                  <a:pt x="13" y="51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2330280" y="2031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2299320" y="20574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2081160" y="18172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4"/>
                  <a:pt x="35" y="0"/>
                  <a:pt x="28" y="0"/>
                </a:cubicBezTo>
                <a:cubicBezTo>
                  <a:pt x="20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2241000" y="2041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2130120" y="2019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2146680" y="1844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189576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1" y="42"/>
                  <a:pt x="55" y="35"/>
                  <a:pt x="55" y="27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22150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2219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2265120" y="21002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3"/>
                  <a:pt x="46" y="47"/>
                </a:cubicBezTo>
                <a:cubicBezTo>
                  <a:pt x="51" y="42"/>
                  <a:pt x="55" y="35"/>
                  <a:pt x="55" y="28"/>
                </a:cubicBezTo>
                <a:cubicBezTo>
                  <a:pt x="55" y="20"/>
                  <a:pt x="51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21218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2008080" y="2076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20062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2331000" y="19692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1"/>
                  <a:pt x="53" y="14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2306520" y="17370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3"/>
                  <a:pt x="55" y="36"/>
                  <a:pt x="55" y="29"/>
                </a:cubicBezTo>
                <a:cubicBezTo>
                  <a:pt x="55" y="21"/>
                  <a:pt x="53" y="14"/>
                  <a:pt x="47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1766520" y="21132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186588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2312280" y="15609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2260080" y="1968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213444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2224800" y="17006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4" y="14"/>
                  <a:pt x="0" y="21"/>
                  <a:pt x="0" y="28"/>
                </a:cubicBezTo>
                <a:cubicBezTo>
                  <a:pt x="0" y="35"/>
                  <a:pt x="4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1817640" y="185508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1" y="42"/>
                  <a:pt x="55" y="35"/>
                  <a:pt x="55" y="28"/>
                </a:cubicBezTo>
                <a:cubicBezTo>
                  <a:pt x="55" y="21"/>
                  <a:pt x="51" y="14"/>
                  <a:pt x="46" y="9"/>
                </a:cubicBezTo>
                <a:cubicBezTo>
                  <a:pt x="41" y="2"/>
                  <a:pt x="34" y="0"/>
                  <a:pt x="27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2073240" y="2022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2168280" y="181260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4" y="55"/>
                  <a:pt x="41" y="53"/>
                  <a:pt x="47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2136600" y="2144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2"/>
                  <a:pt x="53" y="15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5"/>
                  <a:pt x="0" y="22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2197440" y="16981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2"/>
                  <a:pt x="36" y="0"/>
                  <a:pt x="28" y="0"/>
                </a:cubicBezTo>
                <a:cubicBezTo>
                  <a:pt x="20" y="0"/>
                  <a:pt x="13" y="2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17949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2040480" y="19393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2"/>
                  <a:pt x="55" y="34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2295360" y="19818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0" y="56"/>
                  <a:pt x="29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17960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1811520" y="20588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2339280" y="2066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1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18896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2433960" y="21027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3" y="2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1785600" y="2049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2071080" y="21391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1962360" y="18644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3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2282400" y="20973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1" y="0"/>
                  <a:pt x="14" y="2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2008080" y="1798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4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17766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237024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1766520" y="21542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2"/>
                  <a:pt x="36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2225160" y="182916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4" y="13"/>
                  <a:pt x="0" y="20"/>
                  <a:pt x="0" y="28"/>
                </a:cubicBezTo>
                <a:cubicBezTo>
                  <a:pt x="0" y="35"/>
                  <a:pt x="4" y="42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2107800" y="189360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1"/>
                  <a:pt x="53" y="14"/>
                  <a:pt x="47" y="9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3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1853640" y="1895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5" y="52"/>
                  <a:pt x="22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2274480" y="17463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2234160" y="19598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7"/>
                </a:cubicBezTo>
                <a:cubicBezTo>
                  <a:pt x="14" y="52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18540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2137680" y="194724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3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1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2151720" y="1698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2"/>
                  <a:pt x="56" y="36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2391480" y="1903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2"/>
                  <a:pt x="35" y="0"/>
                  <a:pt x="28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2206440" y="18874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1" y="43"/>
                  <a:pt x="55" y="36"/>
                  <a:pt x="55" y="29"/>
                </a:cubicBezTo>
                <a:cubicBezTo>
                  <a:pt x="55" y="21"/>
                  <a:pt x="51" y="14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17809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1" y="52"/>
                  <a:pt x="46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2171520" y="21211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7" y="48"/>
                </a:cubicBezTo>
                <a:cubicBezTo>
                  <a:pt x="53" y="42"/>
                  <a:pt x="55" y="35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1854720" y="20818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3"/>
                  <a:pt x="55" y="36"/>
                  <a:pt x="55" y="28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2273400" y="1783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22957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1891800" y="21506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2305080" y="160308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5"/>
                  <a:pt x="46" y="9"/>
                </a:cubicBezTo>
                <a:cubicBezTo>
                  <a:pt x="41" y="4"/>
                  <a:pt x="34" y="0"/>
                  <a:pt x="27" y="0"/>
                </a:cubicBezTo>
                <a:cubicBezTo>
                  <a:pt x="20" y="0"/>
                  <a:pt x="13" y="4"/>
                  <a:pt x="8" y="9"/>
                </a:cubicBezTo>
                <a:cubicBezTo>
                  <a:pt x="2" y="15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2248920" y="21240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5" y="56"/>
                  <a:pt x="42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20667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17953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2052000" y="1991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2" y="43"/>
                  <a:pt x="55" y="36"/>
                  <a:pt x="55" y="29"/>
                </a:cubicBezTo>
                <a:cubicBezTo>
                  <a:pt x="55" y="21"/>
                  <a:pt x="52" y="14"/>
                  <a:pt x="46" y="9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9"/>
                </a:cubicBezTo>
                <a:cubicBezTo>
                  <a:pt x="2" y="14"/>
                  <a:pt x="0" y="21"/>
                  <a:pt x="0" y="29"/>
                </a:cubicBezTo>
                <a:cubicBezTo>
                  <a:pt x="0" y="36"/>
                  <a:pt x="2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2088000" y="18522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9" y="48"/>
                </a:cubicBezTo>
                <a:cubicBezTo>
                  <a:pt x="14" y="53"/>
                  <a:pt x="21" y="56"/>
                  <a:pt x="29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2058840" y="21211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2032920" y="214884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22680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177300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8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5"/>
                  <a:pt x="2" y="42"/>
                  <a:pt x="8" y="47"/>
                </a:cubicBezTo>
                <a:cubicBezTo>
                  <a:pt x="13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2116800" y="208116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5" y="55"/>
                  <a:pt x="42" y="52"/>
                  <a:pt x="47" y="47"/>
                </a:cubicBezTo>
                <a:cubicBezTo>
                  <a:pt x="52" y="42"/>
                  <a:pt x="55" y="35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2"/>
                  <a:pt x="35" y="0"/>
                  <a:pt x="27" y="0"/>
                </a:cubicBezTo>
                <a:cubicBezTo>
                  <a:pt x="20" y="0"/>
                  <a:pt x="13" y="2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1766520" y="21326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177660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2096640" y="18338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7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2050920" y="209160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7"/>
                </a:cubicBezTo>
                <a:cubicBezTo>
                  <a:pt x="52" y="42"/>
                  <a:pt x="55" y="35"/>
                  <a:pt x="55" y="27"/>
                </a:cubicBezTo>
                <a:cubicBezTo>
                  <a:pt x="55" y="20"/>
                  <a:pt x="52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2099160" y="19641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2286720" y="205992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7" y="56"/>
                </a:moveTo>
                <a:cubicBezTo>
                  <a:pt x="34" y="56"/>
                  <a:pt x="41" y="53"/>
                  <a:pt x="46" y="48"/>
                </a:cubicBezTo>
                <a:cubicBezTo>
                  <a:pt x="53" y="43"/>
                  <a:pt x="55" y="36"/>
                  <a:pt x="55" y="27"/>
                </a:cubicBezTo>
                <a:cubicBezTo>
                  <a:pt x="55" y="20"/>
                  <a:pt x="53" y="13"/>
                  <a:pt x="46" y="8"/>
                </a:cubicBezTo>
                <a:cubicBezTo>
                  <a:pt x="41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0" y="56"/>
                  <a:pt x="27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2294280" y="193644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6" y="56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2046240" y="2021760"/>
            <a:ext cx="19800" cy="20160"/>
          </a:xfrm>
          <a:custGeom>
            <a:avLst/>
            <a:gdLst/>
            <a:ahLst/>
            <a:rect l="0" t="0" r="r" b="b"/>
            <a:pathLst>
              <a:path w="55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2" y="43"/>
                  <a:pt x="55" y="36"/>
                  <a:pt x="55" y="28"/>
                </a:cubicBezTo>
                <a:cubicBezTo>
                  <a:pt x="55" y="20"/>
                  <a:pt x="52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2" y="13"/>
                  <a:pt x="0" y="20"/>
                  <a:pt x="0" y="28"/>
                </a:cubicBezTo>
                <a:cubicBezTo>
                  <a:pt x="0" y="36"/>
                  <a:pt x="2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1802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5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5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1919520" y="214452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3"/>
                  <a:pt x="35" y="0"/>
                  <a:pt x="28" y="0"/>
                </a:cubicBezTo>
                <a:cubicBezTo>
                  <a:pt x="21" y="0"/>
                  <a:pt x="14" y="3"/>
                  <a:pt x="8" y="8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4" y="53"/>
                  <a:pt x="21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1917000" y="209628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8" y="56"/>
                </a:moveTo>
                <a:cubicBezTo>
                  <a:pt x="35" y="56"/>
                  <a:pt x="42" y="53"/>
                  <a:pt x="47" y="48"/>
                </a:cubicBezTo>
                <a:cubicBezTo>
                  <a:pt x="53" y="42"/>
                  <a:pt x="56" y="34"/>
                  <a:pt x="56" y="27"/>
                </a:cubicBezTo>
                <a:cubicBezTo>
                  <a:pt x="56" y="20"/>
                  <a:pt x="53" y="13"/>
                  <a:pt x="47" y="8"/>
                </a:cubicBezTo>
                <a:cubicBezTo>
                  <a:pt x="42" y="3"/>
                  <a:pt x="35" y="0"/>
                  <a:pt x="28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2"/>
                  <a:pt x="8" y="48"/>
                </a:cubicBezTo>
                <a:cubicBezTo>
                  <a:pt x="13" y="53"/>
                  <a:pt x="20" y="56"/>
                  <a:pt x="28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2004840" y="2028600"/>
            <a:ext cx="20160" cy="20160"/>
          </a:xfrm>
          <a:custGeom>
            <a:avLst/>
            <a:gdLst/>
            <a:ahLst/>
            <a:rect l="0" t="0" r="r" b="b"/>
            <a:pathLst>
              <a:path w="56" h="56">
                <a:moveTo>
                  <a:pt x="29" y="56"/>
                </a:moveTo>
                <a:cubicBezTo>
                  <a:pt x="36" y="56"/>
                  <a:pt x="43" y="53"/>
                  <a:pt x="48" y="48"/>
                </a:cubicBezTo>
                <a:cubicBezTo>
                  <a:pt x="53" y="43"/>
                  <a:pt x="56" y="36"/>
                  <a:pt x="56" y="29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3" y="3"/>
                  <a:pt x="8" y="9"/>
                </a:cubicBezTo>
                <a:cubicBezTo>
                  <a:pt x="3" y="14"/>
                  <a:pt x="0" y="21"/>
                  <a:pt x="0" y="29"/>
                </a:cubicBezTo>
                <a:cubicBezTo>
                  <a:pt x="0" y="36"/>
                  <a:pt x="3" y="43"/>
                  <a:pt x="8" y="48"/>
                </a:cubicBezTo>
                <a:cubicBezTo>
                  <a:pt x="13" y="53"/>
                  <a:pt x="21" y="56"/>
                  <a:pt x="29" y="56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2024640" y="19720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9"/>
                </a:cubicBezTo>
                <a:cubicBezTo>
                  <a:pt x="43" y="4"/>
                  <a:pt x="36" y="0"/>
                  <a:pt x="29" y="0"/>
                </a:cubicBezTo>
                <a:cubicBezTo>
                  <a:pt x="21" y="0"/>
                  <a:pt x="13" y="4"/>
                  <a:pt x="8" y="9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3"/>
                  <a:pt x="21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1784520" y="2155320"/>
            <a:ext cx="19800" cy="19800"/>
          </a:xfrm>
          <a:custGeom>
            <a:avLst/>
            <a:gdLst/>
            <a:ahLst/>
            <a:rect l="0" t="0" r="r" b="b"/>
            <a:pathLst>
              <a:path w="55" h="55">
                <a:moveTo>
                  <a:pt x="27" y="55"/>
                </a:moveTo>
                <a:cubicBezTo>
                  <a:pt x="34" y="55"/>
                  <a:pt x="42" y="52"/>
                  <a:pt x="47" y="47"/>
                </a:cubicBezTo>
                <a:cubicBezTo>
                  <a:pt x="53" y="42"/>
                  <a:pt x="55" y="35"/>
                  <a:pt x="55" y="27"/>
                </a:cubicBezTo>
                <a:cubicBezTo>
                  <a:pt x="55" y="20"/>
                  <a:pt x="53" y="13"/>
                  <a:pt x="47" y="8"/>
                </a:cubicBezTo>
                <a:cubicBezTo>
                  <a:pt x="42" y="3"/>
                  <a:pt x="34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2354760" y="18021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3"/>
                  <a:pt x="48" y="47"/>
                </a:cubicBezTo>
                <a:cubicBezTo>
                  <a:pt x="53" y="41"/>
                  <a:pt x="56" y="34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8" y="0"/>
                </a:cubicBezTo>
                <a:cubicBezTo>
                  <a:pt x="21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4"/>
                  <a:pt x="3" y="41"/>
                  <a:pt x="8" y="47"/>
                </a:cubicBezTo>
                <a:cubicBezTo>
                  <a:pt x="13" y="53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1989720" y="198648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1" y="0"/>
                  <a:pt x="14" y="3"/>
                  <a:pt x="9" y="8"/>
                </a:cubicBezTo>
                <a:cubicBezTo>
                  <a:pt x="3" y="13"/>
                  <a:pt x="0" y="21"/>
                  <a:pt x="0" y="28"/>
                </a:cubicBezTo>
                <a:cubicBezTo>
                  <a:pt x="0" y="35"/>
                  <a:pt x="3" y="42"/>
                  <a:pt x="9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2279880" y="192996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2"/>
                  <a:pt x="36" y="0"/>
                  <a:pt x="29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1904040" y="193104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8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8"/>
                </a:cubicBezTo>
                <a:cubicBezTo>
                  <a:pt x="56" y="21"/>
                  <a:pt x="53" y="14"/>
                  <a:pt x="48" y="8"/>
                </a:cubicBezTo>
                <a:cubicBezTo>
                  <a:pt x="43" y="2"/>
                  <a:pt x="36" y="0"/>
                  <a:pt x="28" y="0"/>
                </a:cubicBezTo>
                <a:cubicBezTo>
                  <a:pt x="21" y="0"/>
                  <a:pt x="14" y="2"/>
                  <a:pt x="8" y="8"/>
                </a:cubicBezTo>
                <a:cubicBezTo>
                  <a:pt x="3" y="14"/>
                  <a:pt x="0" y="21"/>
                  <a:pt x="0" y="28"/>
                </a:cubicBezTo>
                <a:cubicBezTo>
                  <a:pt x="0" y="35"/>
                  <a:pt x="3" y="42"/>
                  <a:pt x="8" y="47"/>
                </a:cubicBezTo>
                <a:cubicBezTo>
                  <a:pt x="14" y="52"/>
                  <a:pt x="21" y="55"/>
                  <a:pt x="28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183456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9" y="55"/>
                </a:moveTo>
                <a:cubicBezTo>
                  <a:pt x="36" y="55"/>
                  <a:pt x="43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3" y="3"/>
                  <a:pt x="36" y="0"/>
                  <a:pt x="29" y="0"/>
                </a:cubicBezTo>
                <a:cubicBezTo>
                  <a:pt x="22" y="0"/>
                  <a:pt x="15" y="3"/>
                  <a:pt x="9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9" y="47"/>
                </a:cubicBezTo>
                <a:cubicBezTo>
                  <a:pt x="15" y="52"/>
                  <a:pt x="22" y="55"/>
                  <a:pt x="29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1766520" y="2155320"/>
            <a:ext cx="20160" cy="19800"/>
          </a:xfrm>
          <a:custGeom>
            <a:avLst/>
            <a:gdLst/>
            <a:ahLst/>
            <a:rect l="0" t="0" r="r" b="b"/>
            <a:pathLst>
              <a:path w="56" h="55">
                <a:moveTo>
                  <a:pt x="27" y="55"/>
                </a:moveTo>
                <a:cubicBezTo>
                  <a:pt x="36" y="55"/>
                  <a:pt x="42" y="52"/>
                  <a:pt x="48" y="47"/>
                </a:cubicBezTo>
                <a:cubicBezTo>
                  <a:pt x="53" y="42"/>
                  <a:pt x="56" y="35"/>
                  <a:pt x="56" y="27"/>
                </a:cubicBezTo>
                <a:cubicBezTo>
                  <a:pt x="56" y="20"/>
                  <a:pt x="53" y="13"/>
                  <a:pt x="48" y="8"/>
                </a:cubicBezTo>
                <a:cubicBezTo>
                  <a:pt x="42" y="3"/>
                  <a:pt x="36" y="0"/>
                  <a:pt x="27" y="0"/>
                </a:cubicBezTo>
                <a:cubicBezTo>
                  <a:pt x="20" y="0"/>
                  <a:pt x="13" y="3"/>
                  <a:pt x="8" y="8"/>
                </a:cubicBezTo>
                <a:cubicBezTo>
                  <a:pt x="3" y="13"/>
                  <a:pt x="0" y="20"/>
                  <a:pt x="0" y="27"/>
                </a:cubicBezTo>
                <a:cubicBezTo>
                  <a:pt x="0" y="35"/>
                  <a:pt x="3" y="42"/>
                  <a:pt x="8" y="47"/>
                </a:cubicBezTo>
                <a:cubicBezTo>
                  <a:pt x="13" y="52"/>
                  <a:pt x="20" y="55"/>
                  <a:pt x="27" y="55"/>
                </a:cubicBezTo>
                <a:close/>
              </a:path>
            </a:pathLst>
          </a:custGeom>
          <a:solidFill>
            <a:srgbClr val="0b0b14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5" name=""/>
          <p:cNvSpPr txBox="1"/>
          <p:nvPr/>
        </p:nvSpPr>
        <p:spPr>
          <a:xfrm rot="16200000">
            <a:off x="1447560" y="1622880"/>
            <a:ext cx="124200" cy="73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80" spc="-1" strike="noStrike">
                <a:solidFill>
                  <a:srgbClr val="000000"/>
                </a:solidFill>
                <a:latin typeface="NimbusRoman"/>
                <a:ea typeface="NimbusRoman"/>
              </a:rPr>
              <a:t> </a:t>
            </a:r>
            <a:r>
              <a:rPr b="0" lang="en-US" sz="580" spc="-1" strike="noStrike">
                <a:solidFill>
                  <a:srgbClr val="000000"/>
                </a:solidFill>
                <a:latin typeface="NimbusRoman"/>
                <a:ea typeface="NimbusRoman"/>
              </a:rPr>
              <a:t>(m)</a:t>
            </a:r>
            <a:endParaRPr b="0" lang="en-US" sz="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6" name=""/>
          <p:cNvSpPr txBox="1"/>
          <p:nvPr/>
        </p:nvSpPr>
        <p:spPr>
          <a:xfrm>
            <a:off x="2130480" y="1713960"/>
            <a:ext cx="874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b8c2cc"/>
                </a:solidFill>
                <a:latin typeface="NimbusRoman"/>
                <a:ea typeface="NimbusRoman"/>
              </a:rPr>
              <a:t>DD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7" name=""/>
          <p:cNvSpPr txBox="1"/>
          <p:nvPr/>
        </p:nvSpPr>
        <p:spPr>
          <a:xfrm>
            <a:off x="2292480" y="1885680"/>
            <a:ext cx="1090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8fa3b8"/>
                </a:solidFill>
                <a:latin typeface="NimbusRoman"/>
                <a:ea typeface="NimbusRoman"/>
              </a:rPr>
              <a:t>LTF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8" name=""/>
          <p:cNvSpPr txBox="1"/>
          <p:nvPr/>
        </p:nvSpPr>
        <p:spPr>
          <a:xfrm>
            <a:off x="2350800" y="1686600"/>
            <a:ext cx="148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5b9bd5"/>
                </a:solidFill>
                <a:latin typeface="NimbusRoman"/>
                <a:ea typeface="NimbusRoman"/>
              </a:rPr>
              <a:t>DDv2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9" name=""/>
          <p:cNvSpPr txBox="1"/>
          <p:nvPr/>
        </p:nvSpPr>
        <p:spPr>
          <a:xfrm>
            <a:off x="2275200" y="1508760"/>
            <a:ext cx="2444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2e75b6"/>
                </a:solidFill>
                <a:latin typeface="NimbusRoman"/>
                <a:ea typeface="NimbusRoman"/>
              </a:rPr>
              <a:t>SimLingo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0" name=""/>
          <p:cNvSpPr txBox="1"/>
          <p:nvPr/>
        </p:nvSpPr>
        <p:spPr>
          <a:xfrm>
            <a:off x="2273760" y="1772280"/>
            <a:ext cx="247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1f3f6e"/>
                </a:solidFill>
                <a:latin typeface="NimbusRoman"/>
                <a:ea typeface="NimbusRoman"/>
              </a:rPr>
              <a:t>AutoVLA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1" name=""/>
          <p:cNvSpPr txBox="1"/>
          <p:nvPr/>
        </p:nvSpPr>
        <p:spPr>
          <a:xfrm>
            <a:off x="2213640" y="1910520"/>
            <a:ext cx="2538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b0b14"/>
                </a:solidFill>
                <a:latin typeface="NimbusRoman"/>
                <a:ea typeface="NimbusRoman"/>
              </a:rPr>
              <a:t>Alpamayo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2" name=""/>
          <p:cNvSpPr txBox="1"/>
          <p:nvPr/>
        </p:nvSpPr>
        <p:spPr>
          <a:xfrm rot="18900000">
            <a:off x="1813320" y="1802160"/>
            <a:ext cx="11484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80" spc="-1" strike="noStrike">
                <a:solidFill>
                  <a:srgbClr val="6b6a62"/>
                </a:solidFill>
                <a:latin typeface="STIXGeneral"/>
                <a:ea typeface="STIXGeneral"/>
              </a:rPr>
              <a:t>F</a:t>
            </a:r>
            <a:r>
              <a:rPr b="0" lang="en-US" sz="480" spc="-1" strike="noStrike">
                <a:solidFill>
                  <a:srgbClr val="6b6a62"/>
                </a:solidFill>
                <a:latin typeface="STIXGeneral"/>
                <a:ea typeface="STIXGeneral"/>
              </a:rPr>
              <a:t> =</a:t>
            </a:r>
            <a:r>
              <a:rPr b="0" i="1" lang="en-US" sz="480" spc="-1" strike="noStrike">
                <a:solidFill>
                  <a:srgbClr val="6b6a62"/>
                </a:solidFill>
                <a:latin typeface="STIXGeneral"/>
                <a:ea typeface="STIXGeneral"/>
              </a:rPr>
              <a:t> I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3" name=""/>
          <p:cNvSpPr txBox="1"/>
          <p:nvPr/>
        </p:nvSpPr>
        <p:spPr>
          <a:xfrm>
            <a:off x="1795680" y="1233360"/>
            <a:ext cx="439560" cy="64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00" spc="-1" strike="noStrike">
                <a:solidFill>
                  <a:srgbClr val="1f4e79"/>
                </a:solidFill>
                <a:latin typeface="NimbusRoman"/>
                <a:ea typeface="NimbusRoman"/>
              </a:rPr>
              <a:t>avoidance region</a:t>
            </a:r>
            <a:endParaRPr b="0" lang="en-US" sz="5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2250000" y="1713600"/>
            <a:ext cx="51120" cy="51120"/>
          </a:xfrm>
          <a:custGeom>
            <a:avLst/>
            <a:gdLst/>
            <a:ahLst/>
            <a:rect l="0" t="0" r="r" b="b"/>
            <a:pathLst>
              <a:path w="142" h="142">
                <a:moveTo>
                  <a:pt x="72" y="142"/>
                </a:moveTo>
                <a:cubicBezTo>
                  <a:pt x="90" y="142"/>
                  <a:pt x="108" y="135"/>
                  <a:pt x="121" y="121"/>
                </a:cubicBezTo>
                <a:cubicBezTo>
                  <a:pt x="135" y="108"/>
                  <a:pt x="142" y="89"/>
                  <a:pt x="142" y="70"/>
                </a:cubicBezTo>
                <a:cubicBezTo>
                  <a:pt x="142" y="52"/>
                  <a:pt x="135" y="34"/>
                  <a:pt x="121" y="21"/>
                </a:cubicBezTo>
                <a:cubicBezTo>
                  <a:pt x="108" y="7"/>
                  <a:pt x="90" y="0"/>
                  <a:pt x="72" y="0"/>
                </a:cubicBezTo>
                <a:cubicBezTo>
                  <a:pt x="53" y="0"/>
                  <a:pt x="35" y="7"/>
                  <a:pt x="21" y="21"/>
                </a:cubicBezTo>
                <a:cubicBezTo>
                  <a:pt x="7" y="34"/>
                  <a:pt x="0" y="52"/>
                  <a:pt x="0" y="70"/>
                </a:cubicBezTo>
                <a:cubicBezTo>
                  <a:pt x="0" y="89"/>
                  <a:pt x="7" y="108"/>
                  <a:pt x="21" y="121"/>
                </a:cubicBezTo>
                <a:cubicBezTo>
                  <a:pt x="35" y="135"/>
                  <a:pt x="53" y="142"/>
                  <a:pt x="72" y="142"/>
                </a:cubicBezTo>
                <a:close/>
              </a:path>
            </a:pathLst>
          </a:custGeom>
          <a:solidFill>
            <a:srgbClr val="b8c2cc"/>
          </a:solidFill>
          <a:ln w="6120">
            <a:solidFill>
              <a:srgbClr val="ffffff"/>
            </a:solidFill>
            <a:round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2209680" y="1847160"/>
            <a:ext cx="51120" cy="51120"/>
          </a:xfrm>
          <a:custGeom>
            <a:avLst/>
            <a:gdLst/>
            <a:ahLst/>
            <a:rect l="0" t="0" r="r" b="b"/>
            <a:pathLst>
              <a:path w="142" h="142">
                <a:moveTo>
                  <a:pt x="71" y="142"/>
                </a:moveTo>
                <a:cubicBezTo>
                  <a:pt x="90" y="142"/>
                  <a:pt x="108" y="134"/>
                  <a:pt x="121" y="121"/>
                </a:cubicBezTo>
                <a:cubicBezTo>
                  <a:pt x="134" y="108"/>
                  <a:pt x="142" y="90"/>
                  <a:pt x="142" y="71"/>
                </a:cubicBezTo>
                <a:cubicBezTo>
                  <a:pt x="142" y="52"/>
                  <a:pt x="134" y="34"/>
                  <a:pt x="121" y="21"/>
                </a:cubicBezTo>
                <a:cubicBezTo>
                  <a:pt x="108" y="7"/>
                  <a:pt x="90" y="0"/>
                  <a:pt x="71" y="0"/>
                </a:cubicBezTo>
                <a:cubicBezTo>
                  <a:pt x="52" y="0"/>
                  <a:pt x="34" y="7"/>
                  <a:pt x="21" y="21"/>
                </a:cubicBezTo>
                <a:cubicBezTo>
                  <a:pt x="8" y="34"/>
                  <a:pt x="0" y="52"/>
                  <a:pt x="0" y="71"/>
                </a:cubicBezTo>
                <a:cubicBezTo>
                  <a:pt x="0" y="90"/>
                  <a:pt x="8" y="108"/>
                  <a:pt x="21" y="121"/>
                </a:cubicBezTo>
                <a:cubicBezTo>
                  <a:pt x="34" y="134"/>
                  <a:pt x="52" y="142"/>
                  <a:pt x="71" y="142"/>
                </a:cubicBezTo>
                <a:close/>
              </a:path>
            </a:pathLst>
          </a:custGeom>
          <a:solidFill>
            <a:srgbClr val="8fa3b8"/>
          </a:solidFill>
          <a:ln w="6120">
            <a:solidFill>
              <a:srgbClr val="ffffff"/>
            </a:solidFill>
            <a:round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2268000" y="1686240"/>
            <a:ext cx="51120" cy="51120"/>
          </a:xfrm>
          <a:custGeom>
            <a:avLst/>
            <a:gdLst/>
            <a:ahLst/>
            <a:rect l="0" t="0" r="r" b="b"/>
            <a:pathLst>
              <a:path w="142" h="142">
                <a:moveTo>
                  <a:pt x="70" y="142"/>
                </a:moveTo>
                <a:cubicBezTo>
                  <a:pt x="89" y="142"/>
                  <a:pt x="107" y="134"/>
                  <a:pt x="121" y="121"/>
                </a:cubicBezTo>
                <a:cubicBezTo>
                  <a:pt x="134" y="108"/>
                  <a:pt x="142" y="90"/>
                  <a:pt x="142" y="71"/>
                </a:cubicBezTo>
                <a:cubicBezTo>
                  <a:pt x="142" y="53"/>
                  <a:pt x="134" y="34"/>
                  <a:pt x="121" y="20"/>
                </a:cubicBezTo>
                <a:cubicBezTo>
                  <a:pt x="107" y="7"/>
                  <a:pt x="89" y="0"/>
                  <a:pt x="70" y="0"/>
                </a:cubicBezTo>
                <a:cubicBezTo>
                  <a:pt x="52" y="0"/>
                  <a:pt x="34" y="7"/>
                  <a:pt x="20" y="20"/>
                </a:cubicBezTo>
                <a:cubicBezTo>
                  <a:pt x="7" y="34"/>
                  <a:pt x="0" y="53"/>
                  <a:pt x="0" y="71"/>
                </a:cubicBezTo>
                <a:cubicBezTo>
                  <a:pt x="0" y="90"/>
                  <a:pt x="7" y="108"/>
                  <a:pt x="20" y="121"/>
                </a:cubicBezTo>
                <a:cubicBezTo>
                  <a:pt x="34" y="134"/>
                  <a:pt x="52" y="142"/>
                  <a:pt x="70" y="142"/>
                </a:cubicBezTo>
                <a:close/>
              </a:path>
            </a:pathLst>
          </a:custGeom>
          <a:solidFill>
            <a:srgbClr val="5b9bd5"/>
          </a:solidFill>
          <a:ln w="6120">
            <a:solidFill>
              <a:srgbClr val="ffffff"/>
            </a:solidFill>
            <a:round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2396880" y="1571400"/>
            <a:ext cx="51120" cy="51480"/>
          </a:xfrm>
          <a:custGeom>
            <a:avLst/>
            <a:gdLst/>
            <a:ahLst/>
            <a:rect l="0" t="0" r="r" b="b"/>
            <a:pathLst>
              <a:path w="142" h="143">
                <a:moveTo>
                  <a:pt x="72" y="143"/>
                </a:moveTo>
                <a:cubicBezTo>
                  <a:pt x="90" y="143"/>
                  <a:pt x="108" y="135"/>
                  <a:pt x="122" y="122"/>
                </a:cubicBezTo>
                <a:cubicBezTo>
                  <a:pt x="135" y="109"/>
                  <a:pt x="142" y="91"/>
                  <a:pt x="142" y="71"/>
                </a:cubicBezTo>
                <a:cubicBezTo>
                  <a:pt x="142" y="52"/>
                  <a:pt x="135" y="34"/>
                  <a:pt x="122" y="21"/>
                </a:cubicBezTo>
                <a:cubicBezTo>
                  <a:pt x="108" y="8"/>
                  <a:pt x="90" y="0"/>
                  <a:pt x="72" y="0"/>
                </a:cubicBezTo>
                <a:cubicBezTo>
                  <a:pt x="53" y="0"/>
                  <a:pt x="34" y="8"/>
                  <a:pt x="21" y="21"/>
                </a:cubicBezTo>
                <a:cubicBezTo>
                  <a:pt x="8" y="34"/>
                  <a:pt x="0" y="52"/>
                  <a:pt x="0" y="71"/>
                </a:cubicBezTo>
                <a:cubicBezTo>
                  <a:pt x="0" y="91"/>
                  <a:pt x="8" y="109"/>
                  <a:pt x="21" y="122"/>
                </a:cubicBezTo>
                <a:cubicBezTo>
                  <a:pt x="34" y="135"/>
                  <a:pt x="53" y="143"/>
                  <a:pt x="72" y="143"/>
                </a:cubicBezTo>
                <a:close/>
              </a:path>
            </a:pathLst>
          </a:custGeom>
          <a:solidFill>
            <a:srgbClr val="2e75b6"/>
          </a:solidFill>
          <a:ln w="6120">
            <a:solidFill>
              <a:srgbClr val="ffffff"/>
            </a:solidFill>
            <a:round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2190960" y="1817640"/>
            <a:ext cx="51120" cy="51120"/>
          </a:xfrm>
          <a:custGeom>
            <a:avLst/>
            <a:gdLst/>
            <a:ahLst/>
            <a:rect l="0" t="0" r="r" b="b"/>
            <a:pathLst>
              <a:path w="142" h="142">
                <a:moveTo>
                  <a:pt x="72" y="142"/>
                </a:moveTo>
                <a:cubicBezTo>
                  <a:pt x="90" y="142"/>
                  <a:pt x="108" y="134"/>
                  <a:pt x="121" y="121"/>
                </a:cubicBezTo>
                <a:cubicBezTo>
                  <a:pt x="135" y="108"/>
                  <a:pt x="142" y="89"/>
                  <a:pt x="142" y="70"/>
                </a:cubicBezTo>
                <a:cubicBezTo>
                  <a:pt x="142" y="52"/>
                  <a:pt x="135" y="34"/>
                  <a:pt x="121" y="20"/>
                </a:cubicBezTo>
                <a:cubicBezTo>
                  <a:pt x="108" y="7"/>
                  <a:pt x="90" y="0"/>
                  <a:pt x="72" y="0"/>
                </a:cubicBezTo>
                <a:cubicBezTo>
                  <a:pt x="53" y="0"/>
                  <a:pt x="34" y="7"/>
                  <a:pt x="21" y="20"/>
                </a:cubicBezTo>
                <a:cubicBezTo>
                  <a:pt x="7" y="34"/>
                  <a:pt x="0" y="52"/>
                  <a:pt x="0" y="70"/>
                </a:cubicBezTo>
                <a:cubicBezTo>
                  <a:pt x="0" y="89"/>
                  <a:pt x="7" y="108"/>
                  <a:pt x="21" y="121"/>
                </a:cubicBezTo>
                <a:cubicBezTo>
                  <a:pt x="34" y="134"/>
                  <a:pt x="53" y="142"/>
                  <a:pt x="72" y="142"/>
                </a:cubicBezTo>
                <a:close/>
              </a:path>
            </a:pathLst>
          </a:custGeom>
          <a:solidFill>
            <a:srgbClr val="1f3f6e"/>
          </a:solidFill>
          <a:ln w="6120">
            <a:solidFill>
              <a:srgbClr val="ffffff"/>
            </a:solidFill>
            <a:round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2130840" y="1910160"/>
            <a:ext cx="51120" cy="51120"/>
          </a:xfrm>
          <a:custGeom>
            <a:avLst/>
            <a:gdLst/>
            <a:ahLst/>
            <a:rect l="0" t="0" r="r" b="b"/>
            <a:pathLst>
              <a:path w="142" h="142">
                <a:moveTo>
                  <a:pt x="71" y="142"/>
                </a:moveTo>
                <a:cubicBezTo>
                  <a:pt x="90" y="142"/>
                  <a:pt x="108" y="134"/>
                  <a:pt x="121" y="120"/>
                </a:cubicBezTo>
                <a:cubicBezTo>
                  <a:pt x="135" y="107"/>
                  <a:pt x="142" y="89"/>
                  <a:pt x="142" y="70"/>
                </a:cubicBezTo>
                <a:cubicBezTo>
                  <a:pt x="142" y="52"/>
                  <a:pt x="135" y="34"/>
                  <a:pt x="121" y="20"/>
                </a:cubicBezTo>
                <a:cubicBezTo>
                  <a:pt x="108" y="7"/>
                  <a:pt x="90" y="0"/>
                  <a:pt x="71" y="0"/>
                </a:cubicBezTo>
                <a:cubicBezTo>
                  <a:pt x="52" y="0"/>
                  <a:pt x="34" y="7"/>
                  <a:pt x="21" y="20"/>
                </a:cubicBezTo>
                <a:cubicBezTo>
                  <a:pt x="7" y="34"/>
                  <a:pt x="0" y="52"/>
                  <a:pt x="0" y="70"/>
                </a:cubicBezTo>
                <a:cubicBezTo>
                  <a:pt x="0" y="89"/>
                  <a:pt x="7" y="107"/>
                  <a:pt x="21" y="120"/>
                </a:cubicBezTo>
                <a:cubicBezTo>
                  <a:pt x="34" y="134"/>
                  <a:pt x="52" y="142"/>
                  <a:pt x="71" y="142"/>
                </a:cubicBezTo>
                <a:close/>
              </a:path>
            </a:pathLst>
          </a:custGeom>
          <a:solidFill>
            <a:srgbClr val="0b0b14"/>
          </a:solidFill>
          <a:ln w="6120">
            <a:solidFill>
              <a:srgbClr val="ffffff"/>
            </a:solidFill>
            <a:round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618480" y="2477880"/>
            <a:ext cx="51120" cy="51480"/>
          </a:xfrm>
          <a:custGeom>
            <a:avLst/>
            <a:gdLst/>
            <a:ahLst/>
            <a:rect l="0" t="0" r="r" b="b"/>
            <a:pathLst>
              <a:path w="142" h="143">
                <a:moveTo>
                  <a:pt x="0" y="143"/>
                </a:moveTo>
                <a:lnTo>
                  <a:pt x="142" y="143"/>
                </a:lnTo>
                <a:lnTo>
                  <a:pt x="142" y="0"/>
                </a:lnTo>
                <a:lnTo>
                  <a:pt x="0" y="0"/>
                </a:lnTo>
                <a:lnTo>
                  <a:pt x="0" y="143"/>
                </a:lnTo>
                <a:close/>
              </a:path>
            </a:pathLst>
          </a:custGeom>
          <a:solidFill>
            <a:srgbClr val="2e75b6"/>
          </a:solidFill>
          <a:ln w="12600">
            <a:solidFill>
              <a:srgbClr val="2e75b6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1" name=""/>
          <p:cNvSpPr txBox="1"/>
          <p:nvPr/>
        </p:nvSpPr>
        <p:spPr>
          <a:xfrm>
            <a:off x="1766160" y="1099440"/>
            <a:ext cx="8708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000000"/>
                </a:solidFill>
                <a:latin typeface="NimbusRoman"/>
                <a:ea typeface="NimbusRoman"/>
              </a:rPr>
              <a:t>(d) all cells on the two axes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2" name=""/>
          <p:cNvSpPr txBox="1"/>
          <p:nvPr/>
        </p:nvSpPr>
        <p:spPr>
          <a:xfrm>
            <a:off x="723240" y="2478960"/>
            <a:ext cx="445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bought clearance, 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3" name=""/>
          <p:cNvSpPr txBox="1"/>
          <p:nvPr/>
        </p:nvSpPr>
        <p:spPr>
          <a:xfrm>
            <a:off x="1211760" y="2455560"/>
            <a:ext cx="6048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S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4" name=""/>
          <p:cNvSpPr txBox="1"/>
          <p:nvPr/>
        </p:nvSpPr>
        <p:spPr>
          <a:xfrm>
            <a:off x="1300680" y="2455560"/>
            <a:ext cx="8604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0.5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1170720" y="2479680"/>
            <a:ext cx="38520" cy="41400"/>
          </a:xfrm>
          <a:custGeom>
            <a:avLst/>
            <a:gdLst/>
            <a:ahLst/>
            <a:rect l="0" t="0" r="r" b="b"/>
            <a:pathLst>
              <a:path w="107" h="115">
                <a:moveTo>
                  <a:pt x="107" y="115"/>
                </a:moveTo>
                <a:lnTo>
                  <a:pt x="0" y="115"/>
                </a:lnTo>
                <a:lnTo>
                  <a:pt x="51" y="0"/>
                </a:lnTo>
                <a:lnTo>
                  <a:pt x="54" y="0"/>
                </a:lnTo>
                <a:lnTo>
                  <a:pt x="107" y="115"/>
                </a:lnTo>
                <a:moveTo>
                  <a:pt x="81" y="99"/>
                </a:moveTo>
                <a:lnTo>
                  <a:pt x="48" y="25"/>
                </a:lnTo>
                <a:lnTo>
                  <a:pt x="15" y="99"/>
                </a:lnTo>
                <a:lnTo>
                  <a:pt x="81" y="9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1254240" y="2483640"/>
            <a:ext cx="34920" cy="43560"/>
          </a:xfrm>
          <a:custGeom>
            <a:avLst/>
            <a:gdLst/>
            <a:ahLst/>
            <a:rect l="0" t="0" r="r" b="b"/>
            <a:pathLst>
              <a:path w="97" h="121">
                <a:moveTo>
                  <a:pt x="97" y="49"/>
                </a:moveTo>
                <a:lnTo>
                  <a:pt x="0" y="95"/>
                </a:lnTo>
                <a:lnTo>
                  <a:pt x="0" y="84"/>
                </a:lnTo>
                <a:lnTo>
                  <a:pt x="73" y="48"/>
                </a:lnTo>
                <a:lnTo>
                  <a:pt x="0" y="12"/>
                </a:lnTo>
                <a:lnTo>
                  <a:pt x="0" y="0"/>
                </a:lnTo>
                <a:lnTo>
                  <a:pt x="97" y="47"/>
                </a:lnTo>
                <a:lnTo>
                  <a:pt x="97" y="49"/>
                </a:lnTo>
                <a:moveTo>
                  <a:pt x="97" y="121"/>
                </a:moveTo>
                <a:lnTo>
                  <a:pt x="0" y="121"/>
                </a:lnTo>
                <a:lnTo>
                  <a:pt x="0" y="110"/>
                </a:lnTo>
                <a:lnTo>
                  <a:pt x="97" y="110"/>
                </a:lnTo>
                <a:lnTo>
                  <a:pt x="97" y="1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618480" y="2566440"/>
            <a:ext cx="51120" cy="51120"/>
          </a:xfrm>
          <a:custGeom>
            <a:avLst/>
            <a:gdLst/>
            <a:ahLst/>
            <a:rect l="0" t="0" r="r" b="b"/>
            <a:pathLst>
              <a:path w="142" h="142">
                <a:moveTo>
                  <a:pt x="0" y="142"/>
                </a:moveTo>
                <a:lnTo>
                  <a:pt x="142" y="142"/>
                </a:lnTo>
                <a:lnTo>
                  <a:pt x="142" y="0"/>
                </a:lnTo>
                <a:lnTo>
                  <a:pt x="0" y="0"/>
                </a:lnTo>
                <a:lnTo>
                  <a:pt x="0" y="142"/>
                </a:lnTo>
                <a:close/>
              </a:path>
            </a:pathLst>
          </a:custGeom>
          <a:solidFill>
            <a:srgbClr val="c9d3de"/>
          </a:solidFill>
          <a:ln w="12600">
            <a:solidFill>
              <a:srgbClr val="c9d3de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8" name=""/>
          <p:cNvSpPr txBox="1"/>
          <p:nvPr/>
        </p:nvSpPr>
        <p:spPr>
          <a:xfrm>
            <a:off x="1375920" y="247896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 </a:t>
            </a:r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m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9" name=""/>
          <p:cNvSpPr txBox="1"/>
          <p:nvPr/>
        </p:nvSpPr>
        <p:spPr>
          <a:xfrm>
            <a:off x="723240" y="2567160"/>
            <a:ext cx="2491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in region, 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0" name=""/>
          <p:cNvSpPr txBox="1"/>
          <p:nvPr/>
        </p:nvSpPr>
        <p:spPr>
          <a:xfrm>
            <a:off x="972000" y="2543760"/>
            <a:ext cx="6048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|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1" name=""/>
          <p:cNvSpPr txBox="1"/>
          <p:nvPr/>
        </p:nvSpPr>
        <p:spPr>
          <a:xfrm>
            <a:off x="1027440" y="2543760"/>
            <a:ext cx="21708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S</a:t>
            </a:r>
            <a:r>
              <a:rPr b="0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| &lt; 0.5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986760" y="2567520"/>
            <a:ext cx="38520" cy="41760"/>
          </a:xfrm>
          <a:custGeom>
            <a:avLst/>
            <a:gdLst/>
            <a:ahLst/>
            <a:rect l="0" t="0" r="r" b="b"/>
            <a:pathLst>
              <a:path w="107" h="116">
                <a:moveTo>
                  <a:pt x="107" y="116"/>
                </a:moveTo>
                <a:lnTo>
                  <a:pt x="0" y="116"/>
                </a:lnTo>
                <a:lnTo>
                  <a:pt x="51" y="0"/>
                </a:lnTo>
                <a:lnTo>
                  <a:pt x="54" y="0"/>
                </a:lnTo>
                <a:lnTo>
                  <a:pt x="107" y="116"/>
                </a:lnTo>
                <a:moveTo>
                  <a:pt x="82" y="99"/>
                </a:moveTo>
                <a:lnTo>
                  <a:pt x="48" y="25"/>
                </a:lnTo>
                <a:lnTo>
                  <a:pt x="15" y="99"/>
                </a:lnTo>
                <a:lnTo>
                  <a:pt x="82" y="9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1555560" y="2477880"/>
            <a:ext cx="51120" cy="51480"/>
          </a:xfrm>
          <a:custGeom>
            <a:avLst/>
            <a:gdLst/>
            <a:ahLst/>
            <a:rect l="0" t="0" r="r" b="b"/>
            <a:pathLst>
              <a:path w="142" h="143">
                <a:moveTo>
                  <a:pt x="0" y="143"/>
                </a:moveTo>
                <a:lnTo>
                  <a:pt x="142" y="143"/>
                </a:lnTo>
                <a:lnTo>
                  <a:pt x="142" y="0"/>
                </a:lnTo>
                <a:lnTo>
                  <a:pt x="0" y="0"/>
                </a:lnTo>
                <a:lnTo>
                  <a:pt x="0" y="143"/>
                </a:lnTo>
                <a:close/>
              </a:path>
            </a:pathLst>
          </a:custGeom>
          <a:solidFill>
            <a:srgbClr val="17233b"/>
          </a:solidFill>
          <a:ln w="12600">
            <a:solidFill>
              <a:srgbClr val="17233b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4" name=""/>
          <p:cNvSpPr txBox="1"/>
          <p:nvPr/>
        </p:nvSpPr>
        <p:spPr>
          <a:xfrm>
            <a:off x="1203840" y="256716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 </a:t>
            </a:r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m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5" name=""/>
          <p:cNvSpPr txBox="1"/>
          <p:nvPr/>
        </p:nvSpPr>
        <p:spPr>
          <a:xfrm>
            <a:off x="1660320" y="2478960"/>
            <a:ext cx="4046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moved towards, 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6" name=""/>
          <p:cNvSpPr txBox="1"/>
          <p:nvPr/>
        </p:nvSpPr>
        <p:spPr>
          <a:xfrm>
            <a:off x="2108520" y="2455560"/>
            <a:ext cx="6048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S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7" name=""/>
          <p:cNvSpPr txBox="1"/>
          <p:nvPr/>
        </p:nvSpPr>
        <p:spPr>
          <a:xfrm>
            <a:off x="2256120" y="2455560"/>
            <a:ext cx="8604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0.5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2067480" y="2479320"/>
            <a:ext cx="38520" cy="41400"/>
          </a:xfrm>
          <a:custGeom>
            <a:avLst/>
            <a:gdLst/>
            <a:ahLst/>
            <a:rect l="0" t="0" r="r" b="b"/>
            <a:pathLst>
              <a:path w="107" h="115">
                <a:moveTo>
                  <a:pt x="107" y="115"/>
                </a:moveTo>
                <a:lnTo>
                  <a:pt x="0" y="115"/>
                </a:lnTo>
                <a:lnTo>
                  <a:pt x="52" y="0"/>
                </a:lnTo>
                <a:lnTo>
                  <a:pt x="55" y="0"/>
                </a:lnTo>
                <a:lnTo>
                  <a:pt x="107" y="115"/>
                </a:lnTo>
                <a:moveTo>
                  <a:pt x="82" y="100"/>
                </a:moveTo>
                <a:lnTo>
                  <a:pt x="49" y="25"/>
                </a:lnTo>
                <a:lnTo>
                  <a:pt x="15" y="100"/>
                </a:lnTo>
                <a:lnTo>
                  <a:pt x="82" y="1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2151000" y="2483280"/>
            <a:ext cx="34920" cy="43560"/>
          </a:xfrm>
          <a:custGeom>
            <a:avLst/>
            <a:gdLst/>
            <a:ahLst/>
            <a:rect l="0" t="0" r="r" b="b"/>
            <a:pathLst>
              <a:path w="97" h="121">
                <a:moveTo>
                  <a:pt x="97" y="95"/>
                </a:moveTo>
                <a:lnTo>
                  <a:pt x="0" y="49"/>
                </a:lnTo>
                <a:lnTo>
                  <a:pt x="0" y="48"/>
                </a:lnTo>
                <a:lnTo>
                  <a:pt x="97" y="0"/>
                </a:lnTo>
                <a:lnTo>
                  <a:pt x="97" y="12"/>
                </a:lnTo>
                <a:lnTo>
                  <a:pt x="22" y="48"/>
                </a:lnTo>
                <a:lnTo>
                  <a:pt x="97" y="85"/>
                </a:lnTo>
                <a:lnTo>
                  <a:pt x="97" y="95"/>
                </a:lnTo>
                <a:moveTo>
                  <a:pt x="97" y="121"/>
                </a:moveTo>
                <a:lnTo>
                  <a:pt x="0" y="121"/>
                </a:lnTo>
                <a:lnTo>
                  <a:pt x="0" y="110"/>
                </a:lnTo>
                <a:lnTo>
                  <a:pt x="97" y="110"/>
                </a:lnTo>
                <a:lnTo>
                  <a:pt x="97" y="1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2209680" y="2503080"/>
            <a:ext cx="34200" cy="4320"/>
          </a:xfrm>
          <a:custGeom>
            <a:avLst/>
            <a:gdLst/>
            <a:ahLst/>
            <a:rect l="0" t="0" r="r" b="b"/>
            <a:pathLst>
              <a:path w="95" h="12">
                <a:moveTo>
                  <a:pt x="95" y="12"/>
                </a:moveTo>
                <a:lnTo>
                  <a:pt x="0" y="12"/>
                </a:lnTo>
                <a:lnTo>
                  <a:pt x="0" y="0"/>
                </a:lnTo>
                <a:lnTo>
                  <a:pt x="95" y="0"/>
                </a:lnTo>
                <a:lnTo>
                  <a:pt x="95" y="1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1558080" y="2552400"/>
            <a:ext cx="46440" cy="46440"/>
          </a:xfrm>
          <a:custGeom>
            <a:avLst/>
            <a:gdLst/>
            <a:ahLst/>
            <a:rect l="0" t="0" r="r" b="b"/>
            <a:pathLst>
              <a:path w="129" h="129">
                <a:moveTo>
                  <a:pt x="65" y="129"/>
                </a:moveTo>
                <a:cubicBezTo>
                  <a:pt x="82" y="129"/>
                  <a:pt x="98" y="122"/>
                  <a:pt x="110" y="110"/>
                </a:cubicBezTo>
                <a:cubicBezTo>
                  <a:pt x="123" y="98"/>
                  <a:pt x="129" y="82"/>
                  <a:pt x="129" y="65"/>
                </a:cubicBezTo>
                <a:cubicBezTo>
                  <a:pt x="129" y="47"/>
                  <a:pt x="123" y="31"/>
                  <a:pt x="110" y="19"/>
                </a:cubicBezTo>
                <a:cubicBezTo>
                  <a:pt x="98" y="7"/>
                  <a:pt x="82" y="0"/>
                  <a:pt x="65" y="0"/>
                </a:cubicBezTo>
                <a:cubicBezTo>
                  <a:pt x="47" y="0"/>
                  <a:pt x="31" y="7"/>
                  <a:pt x="19" y="19"/>
                </a:cubicBezTo>
                <a:cubicBezTo>
                  <a:pt x="7" y="31"/>
                  <a:pt x="0" y="47"/>
                  <a:pt x="0" y="65"/>
                </a:cubicBezTo>
                <a:cubicBezTo>
                  <a:pt x="0" y="82"/>
                  <a:pt x="7" y="98"/>
                  <a:pt x="19" y="110"/>
                </a:cubicBezTo>
                <a:cubicBezTo>
                  <a:pt x="31" y="122"/>
                  <a:pt x="47" y="129"/>
                  <a:pt x="65" y="129"/>
                </a:cubicBezTo>
                <a:close/>
              </a:path>
            </a:pathLst>
          </a:custGeom>
          <a:solidFill>
            <a:srgbClr val="52514e"/>
          </a:solidFill>
          <a:ln w="12600">
            <a:solidFill>
              <a:srgbClr val="ffffff"/>
            </a:solidFill>
            <a:round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2" name=""/>
          <p:cNvSpPr txBox="1"/>
          <p:nvPr/>
        </p:nvSpPr>
        <p:spPr>
          <a:xfrm>
            <a:off x="2331360" y="2478960"/>
            <a:ext cx="630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 </a:t>
            </a:r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m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3" name=""/>
          <p:cNvSpPr txBox="1"/>
          <p:nvPr/>
        </p:nvSpPr>
        <p:spPr>
          <a:xfrm>
            <a:off x="1660320" y="2555280"/>
            <a:ext cx="2995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policy mean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