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Fig. 1  The Check-Up framework (two-column strip, 7.16 x 1.49 in)</a:t>
            </a:r>
          </a:p>
        </p:txBody>
      </p:sp>
      <p:pic>
        <p:nvPicPr>
          <p:cNvPr id="3" name="Picture 2" descr="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" y="2512029"/>
            <a:ext cx="11430000" cy="2382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Fig. 2  The two axes (single column, 3.45 x 2.95 in)</a:t>
            </a:r>
          </a:p>
        </p:txBody>
      </p:sp>
      <p:pic>
        <p:nvPicPr>
          <p:cNvPr id="3" name="Picture 2" descr="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557" y="822960"/>
            <a:ext cx="595258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Fig. 3  What a verdict costs (single column, 3.45 x 1.4 in)</a:t>
            </a:r>
          </a:p>
        </p:txBody>
      </p:sp>
      <p:pic>
        <p:nvPicPr>
          <p:cNvPr id="3" name="Picture 2" descr="sample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63" y="822960"/>
            <a:ext cx="10851167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Fig. 1 alt  single-column vertical version (not used)</a:t>
            </a:r>
          </a:p>
        </p:txBody>
      </p:sp>
      <p:pic>
        <p:nvPicPr>
          <p:cNvPr id="3" name="Picture 2" descr="frame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243" y="822960"/>
            <a:ext cx="4763207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